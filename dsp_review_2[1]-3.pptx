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notesMasterIdLst>
    <p:notesMasterId r:id="rId19"/>
  </p:notesMasterIdLst>
  <p:sldIdLst>
    <p:sldId id="269" r:id="rId2"/>
    <p:sldId id="257" r:id="rId3"/>
    <p:sldId id="275" r:id="rId4"/>
    <p:sldId id="258" r:id="rId5"/>
    <p:sldId id="260" r:id="rId6"/>
    <p:sldId id="261" r:id="rId7"/>
    <p:sldId id="270" r:id="rId8"/>
    <p:sldId id="271" r:id="rId9"/>
    <p:sldId id="273" r:id="rId10"/>
    <p:sldId id="278" r:id="rId11"/>
    <p:sldId id="277" r:id="rId12"/>
    <p:sldId id="274" r:id="rId13"/>
    <p:sldId id="264" r:id="rId14"/>
    <p:sldId id="279" r:id="rId15"/>
    <p:sldId id="276" r:id="rId16"/>
    <p:sldId id="280" r:id="rId17"/>
    <p:sldId id="266" r:id="rId18"/>
  </p:sldIdLst>
  <p:sldSz cx="12190413" cy="7200900"/>
  <p:notesSz cx="6858000" cy="9144000"/>
  <p:defaultTextStyle>
    <a:defPPr>
      <a:defRPr lang="en-US"/>
    </a:defPPr>
    <a:lvl1pPr marL="0" algn="l" defTabSz="914359" rtl="0" eaLnBrk="1" latinLnBrk="0" hangingPunct="1">
      <a:defRPr sz="1800" kern="1200">
        <a:solidFill>
          <a:schemeClr val="tx1"/>
        </a:solidFill>
        <a:latin typeface="+mn-lt"/>
        <a:ea typeface="+mn-ea"/>
        <a:cs typeface="+mn-cs"/>
      </a:defRPr>
    </a:lvl1pPr>
    <a:lvl2pPr marL="457178" algn="l" defTabSz="914359" rtl="0" eaLnBrk="1" latinLnBrk="0" hangingPunct="1">
      <a:defRPr sz="1800" kern="1200">
        <a:solidFill>
          <a:schemeClr val="tx1"/>
        </a:solidFill>
        <a:latin typeface="+mn-lt"/>
        <a:ea typeface="+mn-ea"/>
        <a:cs typeface="+mn-cs"/>
      </a:defRPr>
    </a:lvl2pPr>
    <a:lvl3pPr marL="914359" algn="l" defTabSz="914359" rtl="0" eaLnBrk="1" latinLnBrk="0" hangingPunct="1">
      <a:defRPr sz="1800" kern="1200">
        <a:solidFill>
          <a:schemeClr val="tx1"/>
        </a:solidFill>
        <a:latin typeface="+mn-lt"/>
        <a:ea typeface="+mn-ea"/>
        <a:cs typeface="+mn-cs"/>
      </a:defRPr>
    </a:lvl3pPr>
    <a:lvl4pPr marL="1371538" algn="l" defTabSz="914359" rtl="0" eaLnBrk="1" latinLnBrk="0" hangingPunct="1">
      <a:defRPr sz="1800" kern="1200">
        <a:solidFill>
          <a:schemeClr val="tx1"/>
        </a:solidFill>
        <a:latin typeface="+mn-lt"/>
        <a:ea typeface="+mn-ea"/>
        <a:cs typeface="+mn-cs"/>
      </a:defRPr>
    </a:lvl4pPr>
    <a:lvl5pPr marL="1828718" algn="l" defTabSz="914359" rtl="0" eaLnBrk="1" latinLnBrk="0" hangingPunct="1">
      <a:defRPr sz="1800" kern="1200">
        <a:solidFill>
          <a:schemeClr val="tx1"/>
        </a:solidFill>
        <a:latin typeface="+mn-lt"/>
        <a:ea typeface="+mn-ea"/>
        <a:cs typeface="+mn-cs"/>
      </a:defRPr>
    </a:lvl5pPr>
    <a:lvl6pPr marL="2285896" algn="l" defTabSz="914359" rtl="0" eaLnBrk="1" latinLnBrk="0" hangingPunct="1">
      <a:defRPr sz="1800" kern="1200">
        <a:solidFill>
          <a:schemeClr val="tx1"/>
        </a:solidFill>
        <a:latin typeface="+mn-lt"/>
        <a:ea typeface="+mn-ea"/>
        <a:cs typeface="+mn-cs"/>
      </a:defRPr>
    </a:lvl6pPr>
    <a:lvl7pPr marL="2743075" algn="l" defTabSz="914359" rtl="0" eaLnBrk="1" latinLnBrk="0" hangingPunct="1">
      <a:defRPr sz="1800" kern="1200">
        <a:solidFill>
          <a:schemeClr val="tx1"/>
        </a:solidFill>
        <a:latin typeface="+mn-lt"/>
        <a:ea typeface="+mn-ea"/>
        <a:cs typeface="+mn-cs"/>
      </a:defRPr>
    </a:lvl7pPr>
    <a:lvl8pPr marL="3200255" algn="l" defTabSz="914359" rtl="0" eaLnBrk="1" latinLnBrk="0" hangingPunct="1">
      <a:defRPr sz="1800" kern="1200">
        <a:solidFill>
          <a:schemeClr val="tx1"/>
        </a:solidFill>
        <a:latin typeface="+mn-lt"/>
        <a:ea typeface="+mn-ea"/>
        <a:cs typeface="+mn-cs"/>
      </a:defRPr>
    </a:lvl8pPr>
    <a:lvl9pPr marL="3657435" algn="l" defTabSz="914359"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68">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8AC9C5-BF68-4C59-9D2E-793FA65B9E77}" v="19" dt="2025-01-06T17:55:47.3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p:cViewPr varScale="1">
        <p:scale>
          <a:sx n="70" d="100"/>
          <a:sy n="70" d="100"/>
        </p:scale>
        <p:origin x="1320" y="53"/>
      </p:cViewPr>
      <p:guideLst>
        <p:guide orient="horz" pos="2268"/>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addha shahapurkar" userId="5c2857a170f958d0" providerId="LiveId" clId="{295AC4C5-928A-4E3E-A4E9-648DF567D29B}"/>
    <pc:docChg chg="undo custSel addSld delSld modSld">
      <pc:chgData name="shraddha shahapurkar" userId="5c2857a170f958d0" providerId="LiveId" clId="{295AC4C5-928A-4E3E-A4E9-648DF567D29B}" dt="2024-12-12T15:38:37.870" v="704" actId="113"/>
      <pc:docMkLst>
        <pc:docMk/>
      </pc:docMkLst>
      <pc:sldChg chg="modSp mod">
        <pc:chgData name="shraddha shahapurkar" userId="5c2857a170f958d0" providerId="LiveId" clId="{295AC4C5-928A-4E3E-A4E9-648DF567D29B}" dt="2024-12-09T04:40:40.351" v="340"/>
        <pc:sldMkLst>
          <pc:docMk/>
          <pc:sldMk cId="0" sldId="257"/>
        </pc:sldMkLst>
        <pc:graphicFrameChg chg="mod modGraphic">
          <ac:chgData name="shraddha shahapurkar" userId="5c2857a170f958d0" providerId="LiveId" clId="{295AC4C5-928A-4E3E-A4E9-648DF567D29B}" dt="2024-12-09T04:40:40.351" v="340"/>
          <ac:graphicFrameMkLst>
            <pc:docMk/>
            <pc:sldMk cId="0" sldId="257"/>
            <ac:graphicFrameMk id="6" creationId="{00000000-0000-0000-0000-000000000000}"/>
          </ac:graphicFrameMkLst>
        </pc:graphicFrameChg>
      </pc:sldChg>
      <pc:sldChg chg="modSp mod">
        <pc:chgData name="shraddha shahapurkar" userId="5c2857a170f958d0" providerId="LiveId" clId="{295AC4C5-928A-4E3E-A4E9-648DF567D29B}" dt="2024-12-09T04:36:22.459" v="290" actId="20577"/>
        <pc:sldMkLst>
          <pc:docMk/>
          <pc:sldMk cId="0" sldId="258"/>
        </pc:sldMkLst>
        <pc:spChg chg="mod">
          <ac:chgData name="shraddha shahapurkar" userId="5c2857a170f958d0" providerId="LiveId" clId="{295AC4C5-928A-4E3E-A4E9-648DF567D29B}" dt="2024-12-09T04:36:22.459" v="290" actId="20577"/>
          <ac:spMkLst>
            <pc:docMk/>
            <pc:sldMk cId="0" sldId="258"/>
            <ac:spMk id="3" creationId="{00000000-0000-0000-0000-000000000000}"/>
          </ac:spMkLst>
        </pc:spChg>
      </pc:sldChg>
      <pc:sldChg chg="del">
        <pc:chgData name="shraddha shahapurkar" userId="5c2857a170f958d0" providerId="LiveId" clId="{295AC4C5-928A-4E3E-A4E9-648DF567D29B}" dt="2024-12-09T04:33:36.641" v="225" actId="2696"/>
        <pc:sldMkLst>
          <pc:docMk/>
          <pc:sldMk cId="0" sldId="259"/>
        </pc:sldMkLst>
      </pc:sldChg>
      <pc:sldChg chg="modSp mod">
        <pc:chgData name="shraddha shahapurkar" userId="5c2857a170f958d0" providerId="LiveId" clId="{295AC4C5-928A-4E3E-A4E9-648DF567D29B}" dt="2024-12-09T04:30:28.027" v="198" actId="12"/>
        <pc:sldMkLst>
          <pc:docMk/>
          <pc:sldMk cId="0" sldId="260"/>
        </pc:sldMkLst>
        <pc:graphicFrameChg chg="modGraphic">
          <ac:chgData name="shraddha shahapurkar" userId="5c2857a170f958d0" providerId="LiveId" clId="{295AC4C5-928A-4E3E-A4E9-648DF567D29B}" dt="2024-12-09T04:30:28.027" v="198" actId="12"/>
          <ac:graphicFrameMkLst>
            <pc:docMk/>
            <pc:sldMk cId="0" sldId="260"/>
            <ac:graphicFrameMk id="4" creationId="{00000000-0000-0000-0000-000000000000}"/>
          </ac:graphicFrameMkLst>
        </pc:graphicFrameChg>
      </pc:sldChg>
      <pc:sldChg chg="modSp mod">
        <pc:chgData name="shraddha shahapurkar" userId="5c2857a170f958d0" providerId="LiveId" clId="{295AC4C5-928A-4E3E-A4E9-648DF567D29B}" dt="2024-12-09T04:32:16.681" v="212" actId="12"/>
        <pc:sldMkLst>
          <pc:docMk/>
          <pc:sldMk cId="0" sldId="261"/>
        </pc:sldMkLst>
        <pc:graphicFrameChg chg="modGraphic">
          <ac:chgData name="shraddha shahapurkar" userId="5c2857a170f958d0" providerId="LiveId" clId="{295AC4C5-928A-4E3E-A4E9-648DF567D29B}" dt="2024-12-09T04:32:16.681" v="212" actId="12"/>
          <ac:graphicFrameMkLst>
            <pc:docMk/>
            <pc:sldMk cId="0" sldId="261"/>
            <ac:graphicFrameMk id="2" creationId="{2F9A4520-DCAC-3D3B-711B-213DBAFE3D0B}"/>
          </ac:graphicFrameMkLst>
        </pc:graphicFrameChg>
        <pc:graphicFrameChg chg="modGraphic">
          <ac:chgData name="shraddha shahapurkar" userId="5c2857a170f958d0" providerId="LiveId" clId="{295AC4C5-928A-4E3E-A4E9-648DF567D29B}" dt="2024-12-09T04:31:47.009" v="208" actId="12"/>
          <ac:graphicFrameMkLst>
            <pc:docMk/>
            <pc:sldMk cId="0" sldId="261"/>
            <ac:graphicFrameMk id="4" creationId="{00000000-0000-0000-0000-000000000000}"/>
          </ac:graphicFrameMkLst>
        </pc:graphicFrameChg>
      </pc:sldChg>
      <pc:sldChg chg="addSp delSp modSp mod">
        <pc:chgData name="shraddha shahapurkar" userId="5c2857a170f958d0" providerId="LiveId" clId="{295AC4C5-928A-4E3E-A4E9-648DF567D29B}" dt="2024-12-08T16:58:56.952" v="91" actId="14100"/>
        <pc:sldMkLst>
          <pc:docMk/>
          <pc:sldMk cId="0" sldId="264"/>
        </pc:sldMkLst>
        <pc:graphicFrameChg chg="add mod">
          <ac:chgData name="shraddha shahapurkar" userId="5c2857a170f958d0" providerId="LiveId" clId="{295AC4C5-928A-4E3E-A4E9-648DF567D29B}" dt="2024-12-08T16:58:56.952" v="91" actId="14100"/>
          <ac:graphicFrameMkLst>
            <pc:docMk/>
            <pc:sldMk cId="0" sldId="264"/>
            <ac:graphicFrameMk id="6" creationId="{D4E998F0-67EE-DAC1-F609-B83DABE0AB98}"/>
          </ac:graphicFrameMkLst>
        </pc:graphicFrameChg>
      </pc:sldChg>
      <pc:sldChg chg="del">
        <pc:chgData name="shraddha shahapurkar" userId="5c2857a170f958d0" providerId="LiveId" clId="{295AC4C5-928A-4E3E-A4E9-648DF567D29B}" dt="2024-12-09T04:34:29.798" v="234" actId="2696"/>
        <pc:sldMkLst>
          <pc:docMk/>
          <pc:sldMk cId="0" sldId="265"/>
        </pc:sldMkLst>
      </pc:sldChg>
      <pc:sldChg chg="modSp mod">
        <pc:chgData name="shraddha shahapurkar" userId="5c2857a170f958d0" providerId="LiveId" clId="{295AC4C5-928A-4E3E-A4E9-648DF567D29B}" dt="2024-12-09T04:44:15.418" v="354" actId="2711"/>
        <pc:sldMkLst>
          <pc:docMk/>
          <pc:sldMk cId="0" sldId="266"/>
        </pc:sldMkLst>
        <pc:spChg chg="mod">
          <ac:chgData name="shraddha shahapurkar" userId="5c2857a170f958d0" providerId="LiveId" clId="{295AC4C5-928A-4E3E-A4E9-648DF567D29B}" dt="2024-12-09T04:44:15.418" v="354" actId="2711"/>
          <ac:spMkLst>
            <pc:docMk/>
            <pc:sldMk cId="0" sldId="266"/>
            <ac:spMk id="3" creationId="{00000000-0000-0000-0000-000000000000}"/>
          </ac:spMkLst>
        </pc:spChg>
      </pc:sldChg>
      <pc:sldChg chg="modSp mod">
        <pc:chgData name="shraddha shahapurkar" userId="5c2857a170f958d0" providerId="LiveId" clId="{295AC4C5-928A-4E3E-A4E9-648DF567D29B}" dt="2024-12-08T15:05:48.822" v="41" actId="20577"/>
        <pc:sldMkLst>
          <pc:docMk/>
          <pc:sldMk cId="0" sldId="269"/>
        </pc:sldMkLst>
        <pc:spChg chg="mod">
          <ac:chgData name="shraddha shahapurkar" userId="5c2857a170f958d0" providerId="LiveId" clId="{295AC4C5-928A-4E3E-A4E9-648DF567D29B}" dt="2024-12-08T15:05:48.822" v="41" actId="20577"/>
          <ac:spMkLst>
            <pc:docMk/>
            <pc:sldMk cId="0" sldId="269"/>
            <ac:spMk id="12" creationId="{00000000-0000-0000-0000-000000000000}"/>
          </ac:spMkLst>
        </pc:spChg>
        <pc:spChg chg="mod">
          <ac:chgData name="shraddha shahapurkar" userId="5c2857a170f958d0" providerId="LiveId" clId="{295AC4C5-928A-4E3E-A4E9-648DF567D29B}" dt="2024-12-08T15:05:39.627" v="29" actId="20577"/>
          <ac:spMkLst>
            <pc:docMk/>
            <pc:sldMk cId="0" sldId="269"/>
            <ac:spMk id="14" creationId="{00000000-0000-0000-0000-000000000000}"/>
          </ac:spMkLst>
        </pc:spChg>
      </pc:sldChg>
      <pc:sldChg chg="modSp mod">
        <pc:chgData name="shraddha shahapurkar" userId="5c2857a170f958d0" providerId="LiveId" clId="{295AC4C5-928A-4E3E-A4E9-648DF567D29B}" dt="2024-12-09T04:33:13.826" v="223" actId="12"/>
        <pc:sldMkLst>
          <pc:docMk/>
          <pc:sldMk cId="4057024830" sldId="270"/>
        </pc:sldMkLst>
        <pc:graphicFrameChg chg="modGraphic">
          <ac:chgData name="shraddha shahapurkar" userId="5c2857a170f958d0" providerId="LiveId" clId="{295AC4C5-928A-4E3E-A4E9-648DF567D29B}" dt="2024-12-09T04:33:13.826" v="223" actId="12"/>
          <ac:graphicFrameMkLst>
            <pc:docMk/>
            <pc:sldMk cId="4057024830" sldId="270"/>
            <ac:graphicFrameMk id="4" creationId="{50176F3D-2BF3-742D-3DBE-F2793FD0C73B}"/>
          </ac:graphicFrameMkLst>
        </pc:graphicFrameChg>
      </pc:sldChg>
      <pc:sldChg chg="addSp delSp modSp new mod">
        <pc:chgData name="shraddha shahapurkar" userId="5c2857a170f958d0" providerId="LiveId" clId="{295AC4C5-928A-4E3E-A4E9-648DF567D29B}" dt="2024-12-09T04:28:17.843" v="170" actId="12"/>
        <pc:sldMkLst>
          <pc:docMk/>
          <pc:sldMk cId="2704797734" sldId="271"/>
        </pc:sldMkLst>
        <pc:spChg chg="add mod">
          <ac:chgData name="shraddha shahapurkar" userId="5c2857a170f958d0" providerId="LiveId" clId="{295AC4C5-928A-4E3E-A4E9-648DF567D29B}" dt="2024-12-09T04:17:43.330" v="146" actId="14100"/>
          <ac:spMkLst>
            <pc:docMk/>
            <pc:sldMk cId="2704797734" sldId="271"/>
            <ac:spMk id="5" creationId="{568CCAE0-5476-571B-F378-C3E2309A7F7E}"/>
          </ac:spMkLst>
        </pc:spChg>
        <pc:graphicFrameChg chg="add mod modGraphic">
          <ac:chgData name="shraddha shahapurkar" userId="5c2857a170f958d0" providerId="LiveId" clId="{295AC4C5-928A-4E3E-A4E9-648DF567D29B}" dt="2024-12-09T04:28:17.843" v="170" actId="12"/>
          <ac:graphicFrameMkLst>
            <pc:docMk/>
            <pc:sldMk cId="2704797734" sldId="271"/>
            <ac:graphicFrameMk id="4" creationId="{A7F24702-E3F7-13EB-AD61-A6AD79452FB2}"/>
          </ac:graphicFrameMkLst>
        </pc:graphicFrameChg>
      </pc:sldChg>
      <pc:sldChg chg="delSp new del mod">
        <pc:chgData name="shraddha shahapurkar" userId="5c2857a170f958d0" providerId="LiveId" clId="{295AC4C5-928A-4E3E-A4E9-648DF567D29B}" dt="2024-12-09T04:12:07.785" v="99" actId="2696"/>
        <pc:sldMkLst>
          <pc:docMk/>
          <pc:sldMk cId="1102300597" sldId="272"/>
        </pc:sldMkLst>
      </pc:sldChg>
      <pc:sldChg chg="add del">
        <pc:chgData name="shraddha shahapurkar" userId="5c2857a170f958d0" providerId="LiveId" clId="{295AC4C5-928A-4E3E-A4E9-648DF567D29B}" dt="2024-12-09T04:12:29.914" v="103" actId="2696"/>
        <pc:sldMkLst>
          <pc:docMk/>
          <pc:sldMk cId="3019861123" sldId="272"/>
        </pc:sldMkLst>
      </pc:sldChg>
      <pc:sldChg chg="add del">
        <pc:chgData name="shraddha shahapurkar" userId="5c2857a170f958d0" providerId="LiveId" clId="{295AC4C5-928A-4E3E-A4E9-648DF567D29B}" dt="2024-12-09T04:12:22.521" v="101" actId="2696"/>
        <pc:sldMkLst>
          <pc:docMk/>
          <pc:sldMk cId="3353495499" sldId="272"/>
        </pc:sldMkLst>
      </pc:sldChg>
      <pc:sldChg chg="modSp add mod">
        <pc:chgData name="shraddha shahapurkar" userId="5c2857a170f958d0" providerId="LiveId" clId="{295AC4C5-928A-4E3E-A4E9-648DF567D29B}" dt="2024-12-09T04:17:26.052" v="144" actId="20577"/>
        <pc:sldMkLst>
          <pc:docMk/>
          <pc:sldMk cId="0" sldId="273"/>
        </pc:sldMkLst>
        <pc:graphicFrameChg chg="modGraphic">
          <ac:chgData name="shraddha shahapurkar" userId="5c2857a170f958d0" providerId="LiveId" clId="{295AC4C5-928A-4E3E-A4E9-648DF567D29B}" dt="2024-12-09T04:17:26.052" v="144" actId="20577"/>
          <ac:graphicFrameMkLst>
            <pc:docMk/>
            <pc:sldMk cId="0" sldId="273"/>
            <ac:graphicFrameMk id="4" creationId="{00000000-0000-0000-0000-000000000000}"/>
          </ac:graphicFrameMkLst>
        </pc:graphicFrameChg>
      </pc:sldChg>
      <pc:sldChg chg="addSp modSp add mod">
        <pc:chgData name="shraddha shahapurkar" userId="5c2857a170f958d0" providerId="LiveId" clId="{295AC4C5-928A-4E3E-A4E9-648DF567D29B}" dt="2024-12-12T15:38:37.870" v="704" actId="113"/>
        <pc:sldMkLst>
          <pc:docMk/>
          <pc:sldMk cId="2118816567" sldId="274"/>
        </pc:sldMkLst>
        <pc:spChg chg="mod">
          <ac:chgData name="shraddha shahapurkar" userId="5c2857a170f958d0" providerId="LiveId" clId="{295AC4C5-928A-4E3E-A4E9-648DF567D29B}" dt="2024-12-12T15:37:52.573" v="696" actId="120"/>
          <ac:spMkLst>
            <pc:docMk/>
            <pc:sldMk cId="2118816567" sldId="274"/>
            <ac:spMk id="2" creationId="{B3126BAD-94F2-668D-E829-C50CFD5988C1}"/>
          </ac:spMkLst>
        </pc:spChg>
        <pc:spChg chg="mod">
          <ac:chgData name="shraddha shahapurkar" userId="5c2857a170f958d0" providerId="LiveId" clId="{295AC4C5-928A-4E3E-A4E9-648DF567D29B}" dt="2024-12-12T15:38:37.870" v="704" actId="113"/>
          <ac:spMkLst>
            <pc:docMk/>
            <pc:sldMk cId="2118816567" sldId="274"/>
            <ac:spMk id="3" creationId="{6F6E32F1-665C-D1F3-8AB5-474DE8210C48}"/>
          </ac:spMkLst>
        </pc:spChg>
      </pc:sldChg>
      <pc:sldChg chg="modSp new mod">
        <pc:chgData name="shraddha shahapurkar" userId="5c2857a170f958d0" providerId="LiveId" clId="{295AC4C5-928A-4E3E-A4E9-648DF567D29B}" dt="2024-12-09T04:39:45.134" v="334" actId="123"/>
        <pc:sldMkLst>
          <pc:docMk/>
          <pc:sldMk cId="2527034079" sldId="275"/>
        </pc:sldMkLst>
        <pc:spChg chg="mod">
          <ac:chgData name="shraddha shahapurkar" userId="5c2857a170f958d0" providerId="LiveId" clId="{295AC4C5-928A-4E3E-A4E9-648DF567D29B}" dt="2024-12-09T04:36:04.404" v="281" actId="20577"/>
          <ac:spMkLst>
            <pc:docMk/>
            <pc:sldMk cId="2527034079" sldId="275"/>
            <ac:spMk id="2" creationId="{79F07238-D1F1-4C29-ACE1-AD9511A1D320}"/>
          </ac:spMkLst>
        </pc:spChg>
        <pc:spChg chg="mod">
          <ac:chgData name="shraddha shahapurkar" userId="5c2857a170f958d0" providerId="LiveId" clId="{295AC4C5-928A-4E3E-A4E9-648DF567D29B}" dt="2024-12-09T04:39:45.134" v="334" actId="123"/>
          <ac:spMkLst>
            <pc:docMk/>
            <pc:sldMk cId="2527034079" sldId="275"/>
            <ac:spMk id="3" creationId="{1750B168-C354-C3A4-8C2F-D687F23BF4DC}"/>
          </ac:spMkLst>
        </pc:spChg>
      </pc:sldChg>
      <pc:sldChg chg="new del">
        <pc:chgData name="shraddha shahapurkar" userId="5c2857a170f958d0" providerId="LiveId" clId="{295AC4C5-928A-4E3E-A4E9-648DF567D29B}" dt="2024-12-09T05:05:22.962" v="375" actId="680"/>
        <pc:sldMkLst>
          <pc:docMk/>
          <pc:sldMk cId="114781606" sldId="276"/>
        </pc:sldMkLst>
      </pc:sldChg>
      <pc:sldChg chg="addSp delSp modSp add mod">
        <pc:chgData name="shraddha shahapurkar" userId="5c2857a170f958d0" providerId="LiveId" clId="{295AC4C5-928A-4E3E-A4E9-648DF567D29B}" dt="2024-12-12T15:13:39.531" v="402" actId="14100"/>
        <pc:sldMkLst>
          <pc:docMk/>
          <pc:sldMk cId="659541160" sldId="276"/>
        </pc:sldMkLst>
        <pc:spChg chg="mod">
          <ac:chgData name="shraddha shahapurkar" userId="5c2857a170f958d0" providerId="LiveId" clId="{295AC4C5-928A-4E3E-A4E9-648DF567D29B}" dt="2024-12-12T15:05:39.180" v="389" actId="120"/>
          <ac:spMkLst>
            <pc:docMk/>
            <pc:sldMk cId="659541160" sldId="276"/>
            <ac:spMk id="2" creationId="{B559AE1E-C3BE-C8BB-3639-AF21C3384257}"/>
          </ac:spMkLst>
        </pc:spChg>
        <pc:picChg chg="add mod">
          <ac:chgData name="shraddha shahapurkar" userId="5c2857a170f958d0" providerId="LiveId" clId="{295AC4C5-928A-4E3E-A4E9-648DF567D29B}" dt="2024-12-12T15:11:33.639" v="396" actId="14100"/>
          <ac:picMkLst>
            <pc:docMk/>
            <pc:sldMk cId="659541160" sldId="276"/>
            <ac:picMk id="5" creationId="{04618699-6678-07FC-E924-A8D3718ACD74}"/>
          </ac:picMkLst>
        </pc:picChg>
        <pc:picChg chg="add mod">
          <ac:chgData name="shraddha shahapurkar" userId="5c2857a170f958d0" providerId="LiveId" clId="{295AC4C5-928A-4E3E-A4E9-648DF567D29B}" dt="2024-12-12T15:13:39.531" v="402" actId="14100"/>
          <ac:picMkLst>
            <pc:docMk/>
            <pc:sldMk cId="659541160" sldId="276"/>
            <ac:picMk id="7" creationId="{CF0E7FB2-683D-4BDC-21CC-2FE0740EF58F}"/>
          </ac:picMkLst>
        </pc:picChg>
      </pc:sldChg>
      <pc:sldChg chg="new del">
        <pc:chgData name="shraddha shahapurkar" userId="5c2857a170f958d0" providerId="LiveId" clId="{295AC4C5-928A-4E3E-A4E9-648DF567D29B}" dt="2024-12-12T15:05:19.191" v="377" actId="2696"/>
        <pc:sldMkLst>
          <pc:docMk/>
          <pc:sldMk cId="4144484154" sldId="276"/>
        </pc:sldMkLst>
      </pc:sldChg>
      <pc:sldChg chg="new del">
        <pc:chgData name="shraddha shahapurkar" userId="5c2857a170f958d0" providerId="LiveId" clId="{295AC4C5-928A-4E3E-A4E9-648DF567D29B}" dt="2024-12-09T05:05:22.038" v="374" actId="680"/>
        <pc:sldMkLst>
          <pc:docMk/>
          <pc:sldMk cId="3716815035" sldId="277"/>
        </pc:sldMkLst>
      </pc:sldChg>
    </pc:docChg>
  </pc:docChgLst>
  <pc:docChgLst>
    <pc:chgData name="shraddha shahapurkar" userId="5c2857a170f958d0" providerId="LiveId" clId="{CD8AC9C5-BF68-4C59-9D2E-793FA65B9E77}"/>
    <pc:docChg chg="undo custSel addSld modSld sldOrd">
      <pc:chgData name="shraddha shahapurkar" userId="5c2857a170f958d0" providerId="LiveId" clId="{CD8AC9C5-BF68-4C59-9D2E-793FA65B9E77}" dt="2025-01-07T03:38:53.706" v="227" actId="20577"/>
      <pc:docMkLst>
        <pc:docMk/>
      </pc:docMkLst>
      <pc:sldChg chg="modSp mod">
        <pc:chgData name="shraddha shahapurkar" userId="5c2857a170f958d0" providerId="LiveId" clId="{CD8AC9C5-BF68-4C59-9D2E-793FA65B9E77}" dt="2025-01-07T03:38:53.706" v="227" actId="20577"/>
        <pc:sldMkLst>
          <pc:docMk/>
          <pc:sldMk cId="0" sldId="257"/>
        </pc:sldMkLst>
        <pc:graphicFrameChg chg="modGraphic">
          <ac:chgData name="shraddha shahapurkar" userId="5c2857a170f958d0" providerId="LiveId" clId="{CD8AC9C5-BF68-4C59-9D2E-793FA65B9E77}" dt="2025-01-07T03:38:53.706" v="227" actId="20577"/>
          <ac:graphicFrameMkLst>
            <pc:docMk/>
            <pc:sldMk cId="0" sldId="257"/>
            <ac:graphicFrameMk id="6" creationId="{00000000-0000-0000-0000-000000000000}"/>
          </ac:graphicFrameMkLst>
        </pc:graphicFrameChg>
      </pc:sldChg>
      <pc:sldChg chg="modSp mod">
        <pc:chgData name="shraddha shahapurkar" userId="5c2857a170f958d0" providerId="LiveId" clId="{CD8AC9C5-BF68-4C59-9D2E-793FA65B9E77}" dt="2025-01-06T07:45:19.183" v="107" actId="14734"/>
        <pc:sldMkLst>
          <pc:docMk/>
          <pc:sldMk cId="0" sldId="260"/>
        </pc:sldMkLst>
        <pc:graphicFrameChg chg="modGraphic">
          <ac:chgData name="shraddha shahapurkar" userId="5c2857a170f958d0" providerId="LiveId" clId="{CD8AC9C5-BF68-4C59-9D2E-793FA65B9E77}" dt="2025-01-06T07:45:19.183" v="107" actId="14734"/>
          <ac:graphicFrameMkLst>
            <pc:docMk/>
            <pc:sldMk cId="0" sldId="260"/>
            <ac:graphicFrameMk id="4" creationId="{00000000-0000-0000-0000-000000000000}"/>
          </ac:graphicFrameMkLst>
        </pc:graphicFrameChg>
      </pc:sldChg>
      <pc:sldChg chg="ord">
        <pc:chgData name="shraddha shahapurkar" userId="5c2857a170f958d0" providerId="LiveId" clId="{CD8AC9C5-BF68-4C59-9D2E-793FA65B9E77}" dt="2025-01-06T07:29:47.322" v="1"/>
        <pc:sldMkLst>
          <pc:docMk/>
          <pc:sldMk cId="0" sldId="266"/>
        </pc:sldMkLst>
      </pc:sldChg>
      <pc:sldChg chg="addSp delSp modSp new mod">
        <pc:chgData name="shraddha shahapurkar" userId="5c2857a170f958d0" providerId="LiveId" clId="{CD8AC9C5-BF68-4C59-9D2E-793FA65B9E77}" dt="2025-01-06T07:41:31.015" v="102" actId="207"/>
        <pc:sldMkLst>
          <pc:docMk/>
          <pc:sldMk cId="2429722590" sldId="277"/>
        </pc:sldMkLst>
        <pc:spChg chg="add del mod">
          <ac:chgData name="shraddha shahapurkar" userId="5c2857a170f958d0" providerId="LiveId" clId="{CD8AC9C5-BF68-4C59-9D2E-793FA65B9E77}" dt="2025-01-06T07:41:18.104" v="99" actId="207"/>
          <ac:spMkLst>
            <pc:docMk/>
            <pc:sldMk cId="2429722590" sldId="277"/>
            <ac:spMk id="2" creationId="{4E084E98-78B2-8737-F21F-4292349967BE}"/>
          </ac:spMkLst>
        </pc:spChg>
        <pc:spChg chg="add del">
          <ac:chgData name="shraddha shahapurkar" userId="5c2857a170f958d0" providerId="LiveId" clId="{CD8AC9C5-BF68-4C59-9D2E-793FA65B9E77}" dt="2025-01-06T07:35:13.391" v="26" actId="22"/>
          <ac:spMkLst>
            <pc:docMk/>
            <pc:sldMk cId="2429722590" sldId="277"/>
            <ac:spMk id="4" creationId="{5F7C09DB-914C-AFA6-EFA2-8E3751DA17D6}"/>
          </ac:spMkLst>
        </pc:spChg>
        <pc:spChg chg="add mod">
          <ac:chgData name="shraddha shahapurkar" userId="5c2857a170f958d0" providerId="LiveId" clId="{CD8AC9C5-BF68-4C59-9D2E-793FA65B9E77}" dt="2025-01-06T07:41:31.015" v="102" actId="207"/>
          <ac:spMkLst>
            <pc:docMk/>
            <pc:sldMk cId="2429722590" sldId="277"/>
            <ac:spMk id="5" creationId="{42B97DE4-432B-B63E-B6DB-400E84259E13}"/>
          </ac:spMkLst>
        </pc:spChg>
      </pc:sldChg>
      <pc:sldChg chg="addSp delSp modSp new mod">
        <pc:chgData name="shraddha shahapurkar" userId="5c2857a170f958d0" providerId="LiveId" clId="{CD8AC9C5-BF68-4C59-9D2E-793FA65B9E77}" dt="2025-01-06T17:56:15.250" v="210" actId="20577"/>
        <pc:sldMkLst>
          <pc:docMk/>
          <pc:sldMk cId="191573527" sldId="278"/>
        </pc:sldMkLst>
        <pc:graphicFrameChg chg="add del mod">
          <ac:chgData name="shraddha shahapurkar" userId="5c2857a170f958d0" providerId="LiveId" clId="{CD8AC9C5-BF68-4C59-9D2E-793FA65B9E77}" dt="2025-01-06T07:46:51.602" v="108" actId="21"/>
          <ac:graphicFrameMkLst>
            <pc:docMk/>
            <pc:sldMk cId="191573527" sldId="278"/>
            <ac:graphicFrameMk id="2" creationId="{82F0734A-432E-AD3D-FE5D-60EE7A0B1BB6}"/>
          </ac:graphicFrameMkLst>
        </pc:graphicFrameChg>
        <pc:graphicFrameChg chg="add mod">
          <ac:chgData name="shraddha shahapurkar" userId="5c2857a170f958d0" providerId="LiveId" clId="{CD8AC9C5-BF68-4C59-9D2E-793FA65B9E77}" dt="2025-01-06T07:46:52.732" v="109"/>
          <ac:graphicFrameMkLst>
            <pc:docMk/>
            <pc:sldMk cId="191573527" sldId="278"/>
            <ac:graphicFrameMk id="3" creationId="{82F0734A-432E-AD3D-FE5D-60EE7A0B1BB6}"/>
          </ac:graphicFrameMkLst>
        </pc:graphicFrameChg>
        <pc:graphicFrameChg chg="add mod modGraphic">
          <ac:chgData name="shraddha shahapurkar" userId="5c2857a170f958d0" providerId="LiveId" clId="{CD8AC9C5-BF68-4C59-9D2E-793FA65B9E77}" dt="2025-01-06T17:56:15.250" v="210" actId="20577"/>
          <ac:graphicFrameMkLst>
            <pc:docMk/>
            <pc:sldMk cId="191573527" sldId="278"/>
            <ac:graphicFrameMk id="4" creationId="{AB2D9F52-77B2-A679-2E00-934CC8650D27}"/>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CA2C92-CD2C-4040-B3FF-17DD5ECB0E77}" type="datetimeFigureOut">
              <a:rPr lang="en-IN" smtClean="0"/>
              <a:t>15-01-2025</a:t>
            </a:fld>
            <a:endParaRPr lang="en-IN"/>
          </a:p>
        </p:txBody>
      </p:sp>
      <p:sp>
        <p:nvSpPr>
          <p:cNvPr id="4" name="Slide Image Placeholder 3"/>
          <p:cNvSpPr>
            <a:spLocks noGrp="1" noRot="1" noChangeAspect="1"/>
          </p:cNvSpPr>
          <p:nvPr>
            <p:ph type="sldImg" idx="2"/>
          </p:nvPr>
        </p:nvSpPr>
        <p:spPr>
          <a:xfrm>
            <a:off x="815975" y="1143000"/>
            <a:ext cx="52260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535124-B166-4F33-9A86-1F435DB37414}" type="slidenum">
              <a:rPr lang="en-IN" smtClean="0"/>
              <a:t>‹#›</a:t>
            </a:fld>
            <a:endParaRPr lang="en-IN"/>
          </a:p>
        </p:txBody>
      </p:sp>
    </p:spTree>
    <p:extLst>
      <p:ext uri="{BB962C8B-B14F-4D97-AF65-F5344CB8AC3E}">
        <p14:creationId xmlns:p14="http://schemas.microsoft.com/office/powerpoint/2010/main" val="839829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C8A3565-0DD8-4A86-B185-F179E641CDB0}"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281" y="2236949"/>
            <a:ext cx="10361851" cy="1543526"/>
          </a:xfrm>
        </p:spPr>
        <p:txBody>
          <a:bodyPr/>
          <a:lstStyle/>
          <a:p>
            <a:r>
              <a:rPr lang="en-US"/>
              <a:t>Click to edit Master title style</a:t>
            </a:r>
          </a:p>
        </p:txBody>
      </p:sp>
      <p:sp>
        <p:nvSpPr>
          <p:cNvPr id="3" name="Subtitle 2"/>
          <p:cNvSpPr>
            <a:spLocks noGrp="1"/>
          </p:cNvSpPr>
          <p:nvPr>
            <p:ph type="subTitle" idx="1"/>
          </p:nvPr>
        </p:nvSpPr>
        <p:spPr>
          <a:xfrm>
            <a:off x="1828562" y="4080510"/>
            <a:ext cx="8533289" cy="1840230"/>
          </a:xfrm>
        </p:spPr>
        <p:txBody>
          <a:bodyPr/>
          <a:lstStyle>
            <a:lvl1pPr marL="0" indent="0" algn="ctr">
              <a:buNone/>
              <a:defRPr>
                <a:solidFill>
                  <a:schemeClr val="tx1">
                    <a:tint val="75000"/>
                  </a:schemeClr>
                </a:solidFill>
              </a:defRPr>
            </a:lvl1pPr>
            <a:lvl2pPr marL="554011" indent="0" algn="ctr">
              <a:buNone/>
              <a:defRPr>
                <a:solidFill>
                  <a:schemeClr val="tx1">
                    <a:tint val="75000"/>
                  </a:schemeClr>
                </a:solidFill>
              </a:defRPr>
            </a:lvl2pPr>
            <a:lvl3pPr marL="1108019" indent="0" algn="ctr">
              <a:buNone/>
              <a:defRPr>
                <a:solidFill>
                  <a:schemeClr val="tx1">
                    <a:tint val="75000"/>
                  </a:schemeClr>
                </a:solidFill>
              </a:defRPr>
            </a:lvl3pPr>
            <a:lvl4pPr marL="1662030" indent="0" algn="ctr">
              <a:buNone/>
              <a:defRPr>
                <a:solidFill>
                  <a:schemeClr val="tx1">
                    <a:tint val="75000"/>
                  </a:schemeClr>
                </a:solidFill>
              </a:defRPr>
            </a:lvl4pPr>
            <a:lvl5pPr marL="2216039" indent="0" algn="ctr">
              <a:buNone/>
              <a:defRPr>
                <a:solidFill>
                  <a:schemeClr val="tx1">
                    <a:tint val="75000"/>
                  </a:schemeClr>
                </a:solidFill>
              </a:defRPr>
            </a:lvl5pPr>
            <a:lvl6pPr marL="2770049" indent="0" algn="ctr">
              <a:buNone/>
              <a:defRPr>
                <a:solidFill>
                  <a:schemeClr val="tx1">
                    <a:tint val="75000"/>
                  </a:schemeClr>
                </a:solidFill>
              </a:defRPr>
            </a:lvl6pPr>
            <a:lvl7pPr marL="3324059" indent="0" algn="ctr">
              <a:buNone/>
              <a:defRPr>
                <a:solidFill>
                  <a:schemeClr val="tx1">
                    <a:tint val="75000"/>
                  </a:schemeClr>
                </a:solidFill>
              </a:defRPr>
            </a:lvl7pPr>
            <a:lvl8pPr marL="3878069" indent="0" algn="ctr">
              <a:buNone/>
              <a:defRPr>
                <a:solidFill>
                  <a:schemeClr val="tx1">
                    <a:tint val="75000"/>
                  </a:schemeClr>
                </a:solidFill>
              </a:defRPr>
            </a:lvl8pPr>
            <a:lvl9pPr marL="443207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BFF3D1D-9372-4E2C-AF98-F2C890824584}"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092DE7-1D04-4776-8325-988249707C0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FF3D1D-9372-4E2C-AF98-F2C890824584}"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092DE7-1D04-4776-8325-988249707C0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60" y="4627248"/>
            <a:ext cx="10361851" cy="1430179"/>
          </a:xfrm>
        </p:spPr>
        <p:txBody>
          <a:bodyPr anchor="t"/>
          <a:lstStyle>
            <a:lvl1pPr algn="l">
              <a:defRPr sz="4800" b="1" cap="all"/>
            </a:lvl1pPr>
          </a:lstStyle>
          <a:p>
            <a:r>
              <a:rPr lang="en-US"/>
              <a:t>Click to edit Master title style</a:t>
            </a:r>
          </a:p>
        </p:txBody>
      </p:sp>
      <p:sp>
        <p:nvSpPr>
          <p:cNvPr id="3" name="Text Placeholder 2"/>
          <p:cNvSpPr>
            <a:spLocks noGrp="1"/>
          </p:cNvSpPr>
          <p:nvPr>
            <p:ph type="body" idx="1"/>
          </p:nvPr>
        </p:nvSpPr>
        <p:spPr>
          <a:xfrm>
            <a:off x="962960" y="3052049"/>
            <a:ext cx="10361851" cy="1575196"/>
          </a:xfrm>
        </p:spPr>
        <p:txBody>
          <a:bodyPr anchor="b"/>
          <a:lstStyle>
            <a:lvl1pPr marL="0" indent="0">
              <a:buNone/>
              <a:defRPr sz="2400">
                <a:solidFill>
                  <a:schemeClr val="tx1">
                    <a:tint val="75000"/>
                  </a:schemeClr>
                </a:solidFill>
              </a:defRPr>
            </a:lvl1pPr>
            <a:lvl2pPr marL="554011" indent="0">
              <a:buNone/>
              <a:defRPr sz="2200">
                <a:solidFill>
                  <a:schemeClr val="tx1">
                    <a:tint val="75000"/>
                  </a:schemeClr>
                </a:solidFill>
              </a:defRPr>
            </a:lvl2pPr>
            <a:lvl3pPr marL="1108019" indent="0">
              <a:buNone/>
              <a:defRPr sz="1900">
                <a:solidFill>
                  <a:schemeClr val="tx1">
                    <a:tint val="75000"/>
                  </a:schemeClr>
                </a:solidFill>
              </a:defRPr>
            </a:lvl3pPr>
            <a:lvl4pPr marL="1662030" indent="0">
              <a:buNone/>
              <a:defRPr sz="1700">
                <a:solidFill>
                  <a:schemeClr val="tx1">
                    <a:tint val="75000"/>
                  </a:schemeClr>
                </a:solidFill>
              </a:defRPr>
            </a:lvl4pPr>
            <a:lvl5pPr marL="2216039" indent="0">
              <a:buNone/>
              <a:defRPr sz="1700">
                <a:solidFill>
                  <a:schemeClr val="tx1">
                    <a:tint val="75000"/>
                  </a:schemeClr>
                </a:solidFill>
              </a:defRPr>
            </a:lvl5pPr>
            <a:lvl6pPr marL="2770049" indent="0">
              <a:buNone/>
              <a:defRPr sz="1700">
                <a:solidFill>
                  <a:schemeClr val="tx1">
                    <a:tint val="75000"/>
                  </a:schemeClr>
                </a:solidFill>
              </a:defRPr>
            </a:lvl6pPr>
            <a:lvl7pPr marL="3324059" indent="0">
              <a:buNone/>
              <a:defRPr sz="1700">
                <a:solidFill>
                  <a:schemeClr val="tx1">
                    <a:tint val="75000"/>
                  </a:schemeClr>
                </a:solidFill>
              </a:defRPr>
            </a:lvl7pPr>
            <a:lvl8pPr marL="3878069" indent="0">
              <a:buNone/>
              <a:defRPr sz="1700">
                <a:solidFill>
                  <a:schemeClr val="tx1">
                    <a:tint val="75000"/>
                  </a:schemeClr>
                </a:solidFill>
              </a:defRPr>
            </a:lvl8pPr>
            <a:lvl9pPr marL="4432079" indent="0">
              <a:buNone/>
              <a:defRPr sz="1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FF3D1D-9372-4E2C-AF98-F2C890824584}"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092DE7-1D04-4776-8325-988249707C0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698" y="1763554"/>
            <a:ext cx="7210545" cy="4990624"/>
          </a:xfrm>
        </p:spPr>
        <p:txBody>
          <a:bodyPr/>
          <a:lstStyle>
            <a:lvl1pPr>
              <a:defRPr sz="3400"/>
            </a:lvl1pPr>
            <a:lvl2pPr>
              <a:defRPr sz="2900"/>
            </a:lvl2pPr>
            <a:lvl3pPr>
              <a:defRPr sz="24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26413" y="1763554"/>
            <a:ext cx="7212661" cy="4990624"/>
          </a:xfrm>
        </p:spPr>
        <p:txBody>
          <a:bodyPr/>
          <a:lstStyle>
            <a:lvl1pPr>
              <a:defRPr sz="3400"/>
            </a:lvl1pPr>
            <a:lvl2pPr>
              <a:defRPr sz="2900"/>
            </a:lvl2pPr>
            <a:lvl3pPr>
              <a:defRPr sz="24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BFF3D1D-9372-4E2C-AF98-F2C890824584}"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092DE7-1D04-4776-8325-988249707C0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21" y="288370"/>
            <a:ext cx="10971372" cy="12001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521" y="1611869"/>
            <a:ext cx="5386216" cy="671750"/>
          </a:xfrm>
        </p:spPr>
        <p:txBody>
          <a:bodyPr anchor="b"/>
          <a:lstStyle>
            <a:lvl1pPr marL="0" indent="0">
              <a:buNone/>
              <a:defRPr sz="2900" b="1"/>
            </a:lvl1pPr>
            <a:lvl2pPr marL="554011" indent="0">
              <a:buNone/>
              <a:defRPr sz="2400" b="1"/>
            </a:lvl2pPr>
            <a:lvl3pPr marL="1108019" indent="0">
              <a:buNone/>
              <a:defRPr sz="2200" b="1"/>
            </a:lvl3pPr>
            <a:lvl4pPr marL="1662030" indent="0">
              <a:buNone/>
              <a:defRPr sz="1900" b="1"/>
            </a:lvl4pPr>
            <a:lvl5pPr marL="2216039" indent="0">
              <a:buNone/>
              <a:defRPr sz="1900" b="1"/>
            </a:lvl5pPr>
            <a:lvl6pPr marL="2770049" indent="0">
              <a:buNone/>
              <a:defRPr sz="1900" b="1"/>
            </a:lvl6pPr>
            <a:lvl7pPr marL="3324059" indent="0">
              <a:buNone/>
              <a:defRPr sz="1900" b="1"/>
            </a:lvl7pPr>
            <a:lvl8pPr marL="3878069" indent="0">
              <a:buNone/>
              <a:defRPr sz="1900" b="1"/>
            </a:lvl8pPr>
            <a:lvl9pPr marL="4432079" indent="0">
              <a:buNone/>
              <a:defRPr sz="1900" b="1"/>
            </a:lvl9pPr>
          </a:lstStyle>
          <a:p>
            <a:pPr lvl="0"/>
            <a:r>
              <a:rPr lang="en-US"/>
              <a:t>Click to edit Master text styles</a:t>
            </a:r>
          </a:p>
        </p:txBody>
      </p:sp>
      <p:sp>
        <p:nvSpPr>
          <p:cNvPr id="4" name="Content Placeholder 3"/>
          <p:cNvSpPr>
            <a:spLocks noGrp="1"/>
          </p:cNvSpPr>
          <p:nvPr>
            <p:ph sz="half" idx="2"/>
          </p:nvPr>
        </p:nvSpPr>
        <p:spPr>
          <a:xfrm>
            <a:off x="609521" y="2283619"/>
            <a:ext cx="5386216" cy="4148852"/>
          </a:xfrm>
        </p:spPr>
        <p:txBody>
          <a:bodyPr/>
          <a:lstStyle>
            <a:lvl1pPr>
              <a:defRPr sz="2900"/>
            </a:lvl1pPr>
            <a:lvl2pPr>
              <a:defRPr sz="2400"/>
            </a:lvl2pPr>
            <a:lvl3pPr>
              <a:defRPr sz="22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2561" y="1611869"/>
            <a:ext cx="5388332" cy="671750"/>
          </a:xfrm>
        </p:spPr>
        <p:txBody>
          <a:bodyPr anchor="b"/>
          <a:lstStyle>
            <a:lvl1pPr marL="0" indent="0">
              <a:buNone/>
              <a:defRPr sz="2900" b="1"/>
            </a:lvl1pPr>
            <a:lvl2pPr marL="554011" indent="0">
              <a:buNone/>
              <a:defRPr sz="2400" b="1"/>
            </a:lvl2pPr>
            <a:lvl3pPr marL="1108019" indent="0">
              <a:buNone/>
              <a:defRPr sz="2200" b="1"/>
            </a:lvl3pPr>
            <a:lvl4pPr marL="1662030" indent="0">
              <a:buNone/>
              <a:defRPr sz="1900" b="1"/>
            </a:lvl4pPr>
            <a:lvl5pPr marL="2216039" indent="0">
              <a:buNone/>
              <a:defRPr sz="1900" b="1"/>
            </a:lvl5pPr>
            <a:lvl6pPr marL="2770049" indent="0">
              <a:buNone/>
              <a:defRPr sz="1900" b="1"/>
            </a:lvl6pPr>
            <a:lvl7pPr marL="3324059" indent="0">
              <a:buNone/>
              <a:defRPr sz="1900" b="1"/>
            </a:lvl7pPr>
            <a:lvl8pPr marL="3878069" indent="0">
              <a:buNone/>
              <a:defRPr sz="1900" b="1"/>
            </a:lvl8pPr>
            <a:lvl9pPr marL="4432079" indent="0">
              <a:buNone/>
              <a:defRPr sz="1900" b="1"/>
            </a:lvl9pPr>
          </a:lstStyle>
          <a:p>
            <a:pPr lvl="0"/>
            <a:r>
              <a:rPr lang="en-US"/>
              <a:t>Click to edit Master text styles</a:t>
            </a:r>
          </a:p>
        </p:txBody>
      </p:sp>
      <p:sp>
        <p:nvSpPr>
          <p:cNvPr id="6" name="Content Placeholder 5"/>
          <p:cNvSpPr>
            <a:spLocks noGrp="1"/>
          </p:cNvSpPr>
          <p:nvPr>
            <p:ph sz="quarter" idx="4"/>
          </p:nvPr>
        </p:nvSpPr>
        <p:spPr>
          <a:xfrm>
            <a:off x="6192561" y="2283619"/>
            <a:ext cx="5388332" cy="4148852"/>
          </a:xfrm>
        </p:spPr>
        <p:txBody>
          <a:bodyPr/>
          <a:lstStyle>
            <a:lvl1pPr>
              <a:defRPr sz="2900"/>
            </a:lvl1pPr>
            <a:lvl2pPr>
              <a:defRPr sz="2400"/>
            </a:lvl2pPr>
            <a:lvl3pPr>
              <a:defRPr sz="22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BFF3D1D-9372-4E2C-AF98-F2C890824584}" type="datetimeFigureOut">
              <a:rPr lang="en-US" smtClean="0"/>
              <a:pPr/>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092DE7-1D04-4776-8325-988249707C0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BFF3D1D-9372-4E2C-AF98-F2C890824584}" type="datetimeFigureOut">
              <a:rPr lang="en-US" smtClean="0"/>
              <a:pPr/>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092DE7-1D04-4776-8325-988249707C0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FF3D1D-9372-4E2C-AF98-F2C890824584}" type="datetimeFigureOut">
              <a:rPr lang="en-US" smtClean="0"/>
              <a:pPr/>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092DE7-1D04-4776-8325-988249707C0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21" y="286702"/>
            <a:ext cx="4010562" cy="1220153"/>
          </a:xfrm>
        </p:spPr>
        <p:txBody>
          <a:bodyPr anchor="b"/>
          <a:lstStyle>
            <a:lvl1pPr algn="l">
              <a:defRPr sz="2400" b="1"/>
            </a:lvl1pPr>
          </a:lstStyle>
          <a:p>
            <a:r>
              <a:rPr lang="en-US"/>
              <a:t>Click to edit Master title style</a:t>
            </a:r>
          </a:p>
        </p:txBody>
      </p:sp>
      <p:sp>
        <p:nvSpPr>
          <p:cNvPr id="3" name="Content Placeholder 2"/>
          <p:cNvSpPr>
            <a:spLocks noGrp="1"/>
          </p:cNvSpPr>
          <p:nvPr>
            <p:ph idx="1"/>
          </p:nvPr>
        </p:nvSpPr>
        <p:spPr>
          <a:xfrm>
            <a:off x="4766113" y="286705"/>
            <a:ext cx="6814779" cy="6145769"/>
          </a:xfrm>
        </p:spPr>
        <p:txBody>
          <a:bodyPr/>
          <a:lstStyle>
            <a:lvl1pPr>
              <a:defRPr sz="3900"/>
            </a:lvl1pPr>
            <a:lvl2pPr>
              <a:defRPr sz="3400"/>
            </a:lvl2pPr>
            <a:lvl3pPr>
              <a:defRPr sz="29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521" y="1506858"/>
            <a:ext cx="4010562" cy="4925616"/>
          </a:xfrm>
        </p:spPr>
        <p:txBody>
          <a:bodyPr/>
          <a:lstStyle>
            <a:lvl1pPr marL="0" indent="0">
              <a:buNone/>
              <a:defRPr sz="1700"/>
            </a:lvl1pPr>
            <a:lvl2pPr marL="554011" indent="0">
              <a:buNone/>
              <a:defRPr sz="1500"/>
            </a:lvl2pPr>
            <a:lvl3pPr marL="1108019" indent="0">
              <a:buNone/>
              <a:defRPr sz="1200"/>
            </a:lvl3pPr>
            <a:lvl4pPr marL="1662030" indent="0">
              <a:buNone/>
              <a:defRPr sz="1100"/>
            </a:lvl4pPr>
            <a:lvl5pPr marL="2216039" indent="0">
              <a:buNone/>
              <a:defRPr sz="1100"/>
            </a:lvl5pPr>
            <a:lvl6pPr marL="2770049" indent="0">
              <a:buNone/>
              <a:defRPr sz="1100"/>
            </a:lvl6pPr>
            <a:lvl7pPr marL="3324059" indent="0">
              <a:buNone/>
              <a:defRPr sz="1100"/>
            </a:lvl7pPr>
            <a:lvl8pPr marL="3878069" indent="0">
              <a:buNone/>
              <a:defRPr sz="1100"/>
            </a:lvl8pPr>
            <a:lvl9pPr marL="4432079"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2BFF3D1D-9372-4E2C-AF98-F2C890824584}"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092DE7-1D04-4776-8325-988249707C0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406" y="5040631"/>
            <a:ext cx="7314248" cy="595075"/>
          </a:xfrm>
        </p:spPr>
        <p:txBody>
          <a:bodyPr anchor="b"/>
          <a:lstStyle>
            <a:lvl1pPr algn="l">
              <a:defRPr sz="2400" b="1"/>
            </a:lvl1pPr>
          </a:lstStyle>
          <a:p>
            <a:r>
              <a:rPr lang="en-US"/>
              <a:t>Click to edit Master title style</a:t>
            </a:r>
          </a:p>
        </p:txBody>
      </p:sp>
      <p:sp>
        <p:nvSpPr>
          <p:cNvPr id="3" name="Picture Placeholder 2"/>
          <p:cNvSpPr>
            <a:spLocks noGrp="1"/>
          </p:cNvSpPr>
          <p:nvPr>
            <p:ph type="pic" idx="1"/>
          </p:nvPr>
        </p:nvSpPr>
        <p:spPr>
          <a:xfrm>
            <a:off x="2389406" y="643414"/>
            <a:ext cx="7314248" cy="4320540"/>
          </a:xfrm>
        </p:spPr>
        <p:txBody>
          <a:bodyPr/>
          <a:lstStyle>
            <a:lvl1pPr marL="0" indent="0">
              <a:buNone/>
              <a:defRPr sz="3900"/>
            </a:lvl1pPr>
            <a:lvl2pPr marL="554011" indent="0">
              <a:buNone/>
              <a:defRPr sz="3400"/>
            </a:lvl2pPr>
            <a:lvl3pPr marL="1108019" indent="0">
              <a:buNone/>
              <a:defRPr sz="2900"/>
            </a:lvl3pPr>
            <a:lvl4pPr marL="1662030" indent="0">
              <a:buNone/>
              <a:defRPr sz="2400"/>
            </a:lvl4pPr>
            <a:lvl5pPr marL="2216039" indent="0">
              <a:buNone/>
              <a:defRPr sz="2400"/>
            </a:lvl5pPr>
            <a:lvl6pPr marL="2770049" indent="0">
              <a:buNone/>
              <a:defRPr sz="2400"/>
            </a:lvl6pPr>
            <a:lvl7pPr marL="3324059" indent="0">
              <a:buNone/>
              <a:defRPr sz="2400"/>
            </a:lvl7pPr>
            <a:lvl8pPr marL="3878069" indent="0">
              <a:buNone/>
              <a:defRPr sz="2400"/>
            </a:lvl8pPr>
            <a:lvl9pPr marL="4432079" indent="0">
              <a:buNone/>
              <a:defRPr sz="2400"/>
            </a:lvl9pPr>
          </a:lstStyle>
          <a:p>
            <a:endParaRPr lang="en-US"/>
          </a:p>
        </p:txBody>
      </p:sp>
      <p:sp>
        <p:nvSpPr>
          <p:cNvPr id="4" name="Text Placeholder 3"/>
          <p:cNvSpPr>
            <a:spLocks noGrp="1"/>
          </p:cNvSpPr>
          <p:nvPr>
            <p:ph type="body" sz="half" idx="2"/>
          </p:nvPr>
        </p:nvSpPr>
        <p:spPr>
          <a:xfrm>
            <a:off x="2389406" y="5635706"/>
            <a:ext cx="7314248" cy="845105"/>
          </a:xfrm>
        </p:spPr>
        <p:txBody>
          <a:bodyPr/>
          <a:lstStyle>
            <a:lvl1pPr marL="0" indent="0">
              <a:buNone/>
              <a:defRPr sz="1700"/>
            </a:lvl1pPr>
            <a:lvl2pPr marL="554011" indent="0">
              <a:buNone/>
              <a:defRPr sz="1500"/>
            </a:lvl2pPr>
            <a:lvl3pPr marL="1108019" indent="0">
              <a:buNone/>
              <a:defRPr sz="1200"/>
            </a:lvl3pPr>
            <a:lvl4pPr marL="1662030" indent="0">
              <a:buNone/>
              <a:defRPr sz="1100"/>
            </a:lvl4pPr>
            <a:lvl5pPr marL="2216039" indent="0">
              <a:buNone/>
              <a:defRPr sz="1100"/>
            </a:lvl5pPr>
            <a:lvl6pPr marL="2770049" indent="0">
              <a:buNone/>
              <a:defRPr sz="1100"/>
            </a:lvl6pPr>
            <a:lvl7pPr marL="3324059" indent="0">
              <a:buNone/>
              <a:defRPr sz="1100"/>
            </a:lvl7pPr>
            <a:lvl8pPr marL="3878069" indent="0">
              <a:buNone/>
              <a:defRPr sz="1100"/>
            </a:lvl8pPr>
            <a:lvl9pPr marL="4432079"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2BFF3D1D-9372-4E2C-AF98-F2C890824584}"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092DE7-1D04-4776-8325-988249707C0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FF3D1D-9372-4E2C-AF98-F2C890824584}"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092DE7-1D04-4776-8325-988249707C0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4069" y="303374"/>
            <a:ext cx="3655008" cy="645080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694" y="303374"/>
            <a:ext cx="10768198" cy="64508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FF3D1D-9372-4E2C-AF98-F2C890824584}"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092DE7-1D04-4776-8325-988249707C0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21" y="288370"/>
            <a:ext cx="10971372" cy="1200150"/>
          </a:xfrm>
          <a:prstGeom prst="rect">
            <a:avLst/>
          </a:prstGeom>
        </p:spPr>
        <p:txBody>
          <a:bodyPr vert="horz" lIns="110802" tIns="55401" rIns="110802" bIns="55401" rtlCol="0" anchor="ctr">
            <a:normAutofit/>
          </a:bodyPr>
          <a:lstStyle/>
          <a:p>
            <a:r>
              <a:rPr lang="en-US"/>
              <a:t>Click to edit Master title style</a:t>
            </a:r>
          </a:p>
        </p:txBody>
      </p:sp>
      <p:sp>
        <p:nvSpPr>
          <p:cNvPr id="3" name="Text Placeholder 2"/>
          <p:cNvSpPr>
            <a:spLocks noGrp="1"/>
          </p:cNvSpPr>
          <p:nvPr>
            <p:ph type="body" idx="1"/>
          </p:nvPr>
        </p:nvSpPr>
        <p:spPr>
          <a:xfrm>
            <a:off x="609521" y="1680213"/>
            <a:ext cx="10971372" cy="4752261"/>
          </a:xfrm>
          <a:prstGeom prst="rect">
            <a:avLst/>
          </a:prstGeom>
        </p:spPr>
        <p:txBody>
          <a:bodyPr vert="horz" lIns="110802" tIns="55401" rIns="110802" bIns="5540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521" y="6674170"/>
            <a:ext cx="2844430" cy="383381"/>
          </a:xfrm>
          <a:prstGeom prst="rect">
            <a:avLst/>
          </a:prstGeom>
        </p:spPr>
        <p:txBody>
          <a:bodyPr vert="horz" lIns="110802" tIns="55401" rIns="110802" bIns="55401" rtlCol="0" anchor="ctr"/>
          <a:lstStyle>
            <a:lvl1pPr algn="l">
              <a:defRPr sz="1500">
                <a:solidFill>
                  <a:schemeClr val="tx1">
                    <a:tint val="75000"/>
                  </a:schemeClr>
                </a:solidFill>
              </a:defRPr>
            </a:lvl1pPr>
          </a:lstStyle>
          <a:p>
            <a:fld id="{2BFF3D1D-9372-4E2C-AF98-F2C890824584}" type="datetimeFigureOut">
              <a:rPr lang="en-US" smtClean="0"/>
              <a:pPr/>
              <a:t>1/15/2025</a:t>
            </a:fld>
            <a:endParaRPr lang="en-US"/>
          </a:p>
        </p:txBody>
      </p:sp>
      <p:sp>
        <p:nvSpPr>
          <p:cNvPr id="5" name="Footer Placeholder 4"/>
          <p:cNvSpPr>
            <a:spLocks noGrp="1"/>
          </p:cNvSpPr>
          <p:nvPr>
            <p:ph type="ftr" sz="quarter" idx="3"/>
          </p:nvPr>
        </p:nvSpPr>
        <p:spPr>
          <a:xfrm>
            <a:off x="4165058" y="6674170"/>
            <a:ext cx="3860297" cy="383381"/>
          </a:xfrm>
          <a:prstGeom prst="rect">
            <a:avLst/>
          </a:prstGeom>
        </p:spPr>
        <p:txBody>
          <a:bodyPr vert="horz" lIns="110802" tIns="55401" rIns="110802" bIns="55401" rtlCol="0" anchor="ctr"/>
          <a:lstStyle>
            <a:lvl1pPr algn="ctr">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6463" y="6674170"/>
            <a:ext cx="2844430" cy="383381"/>
          </a:xfrm>
          <a:prstGeom prst="rect">
            <a:avLst/>
          </a:prstGeom>
        </p:spPr>
        <p:txBody>
          <a:bodyPr vert="horz" lIns="110802" tIns="55401" rIns="110802" bIns="55401" rtlCol="0" anchor="ctr"/>
          <a:lstStyle>
            <a:lvl1pPr algn="r">
              <a:defRPr sz="1500">
                <a:solidFill>
                  <a:schemeClr val="tx1">
                    <a:tint val="75000"/>
                  </a:schemeClr>
                </a:solidFill>
              </a:defRPr>
            </a:lvl1pPr>
          </a:lstStyle>
          <a:p>
            <a:fld id="{4F092DE7-1D04-4776-8325-988249707C0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ctr" defTabSz="1108019" rtl="0" eaLnBrk="1" latinLnBrk="0" hangingPunct="1">
        <a:spcBef>
          <a:spcPct val="0"/>
        </a:spcBef>
        <a:buNone/>
        <a:defRPr sz="5300" kern="1200">
          <a:solidFill>
            <a:schemeClr val="tx1"/>
          </a:solidFill>
          <a:latin typeface="+mj-lt"/>
          <a:ea typeface="+mj-ea"/>
          <a:cs typeface="+mj-cs"/>
        </a:defRPr>
      </a:lvl1pPr>
    </p:titleStyle>
    <p:bodyStyle>
      <a:lvl1pPr marL="415508" indent="-415508" algn="l" defTabSz="1108019"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00266" indent="-346257" algn="l" defTabSz="1108019" rtl="0" eaLnBrk="1" latinLnBrk="0" hangingPunct="1">
        <a:spcBef>
          <a:spcPct val="20000"/>
        </a:spcBef>
        <a:buFont typeface="Arial" pitchFamily="34" charset="0"/>
        <a:buChar char="–"/>
        <a:defRPr sz="3400" kern="1200">
          <a:solidFill>
            <a:schemeClr val="tx1"/>
          </a:solidFill>
          <a:latin typeface="+mn-lt"/>
          <a:ea typeface="+mn-ea"/>
          <a:cs typeface="+mn-cs"/>
        </a:defRPr>
      </a:lvl2pPr>
      <a:lvl3pPr marL="1385024" indent="-277004" algn="l" defTabSz="1108019" rtl="0" eaLnBrk="1" latinLnBrk="0" hangingPunct="1">
        <a:spcBef>
          <a:spcPct val="20000"/>
        </a:spcBef>
        <a:buFont typeface="Arial" pitchFamily="34" charset="0"/>
        <a:buChar char="•"/>
        <a:defRPr sz="2900" kern="1200">
          <a:solidFill>
            <a:schemeClr val="tx1"/>
          </a:solidFill>
          <a:latin typeface="+mn-lt"/>
          <a:ea typeface="+mn-ea"/>
          <a:cs typeface="+mn-cs"/>
        </a:defRPr>
      </a:lvl3pPr>
      <a:lvl4pPr marL="1939034" indent="-277004" algn="l" defTabSz="1108019" rtl="0" eaLnBrk="1" latinLnBrk="0" hangingPunct="1">
        <a:spcBef>
          <a:spcPct val="20000"/>
        </a:spcBef>
        <a:buFont typeface="Arial" pitchFamily="34" charset="0"/>
        <a:buChar char="–"/>
        <a:defRPr sz="2400" kern="1200">
          <a:solidFill>
            <a:schemeClr val="tx1"/>
          </a:solidFill>
          <a:latin typeface="+mn-lt"/>
          <a:ea typeface="+mn-ea"/>
          <a:cs typeface="+mn-cs"/>
        </a:defRPr>
      </a:lvl4pPr>
      <a:lvl5pPr marL="2493043" indent="-277004" algn="l" defTabSz="1108019" rtl="0" eaLnBrk="1" latinLnBrk="0" hangingPunct="1">
        <a:spcBef>
          <a:spcPct val="20000"/>
        </a:spcBef>
        <a:buFont typeface="Arial" pitchFamily="34" charset="0"/>
        <a:buChar char="»"/>
        <a:defRPr sz="2400" kern="1200">
          <a:solidFill>
            <a:schemeClr val="tx1"/>
          </a:solidFill>
          <a:latin typeface="+mn-lt"/>
          <a:ea typeface="+mn-ea"/>
          <a:cs typeface="+mn-cs"/>
        </a:defRPr>
      </a:lvl5pPr>
      <a:lvl6pPr marL="3047054" indent="-277004" algn="l" defTabSz="1108019"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601065" indent="-277004" algn="l" defTabSz="1108019"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55074" indent="-277004" algn="l" defTabSz="1108019"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709084" indent="-277004" algn="l" defTabSz="1108019"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108019" rtl="0" eaLnBrk="1" latinLnBrk="0" hangingPunct="1">
        <a:defRPr sz="2200" kern="1200">
          <a:solidFill>
            <a:schemeClr val="tx1"/>
          </a:solidFill>
          <a:latin typeface="+mn-lt"/>
          <a:ea typeface="+mn-ea"/>
          <a:cs typeface="+mn-cs"/>
        </a:defRPr>
      </a:lvl1pPr>
      <a:lvl2pPr marL="554011" algn="l" defTabSz="1108019" rtl="0" eaLnBrk="1" latinLnBrk="0" hangingPunct="1">
        <a:defRPr sz="2200" kern="1200">
          <a:solidFill>
            <a:schemeClr val="tx1"/>
          </a:solidFill>
          <a:latin typeface="+mn-lt"/>
          <a:ea typeface="+mn-ea"/>
          <a:cs typeface="+mn-cs"/>
        </a:defRPr>
      </a:lvl2pPr>
      <a:lvl3pPr marL="1108019" algn="l" defTabSz="1108019" rtl="0" eaLnBrk="1" latinLnBrk="0" hangingPunct="1">
        <a:defRPr sz="2200" kern="1200">
          <a:solidFill>
            <a:schemeClr val="tx1"/>
          </a:solidFill>
          <a:latin typeface="+mn-lt"/>
          <a:ea typeface="+mn-ea"/>
          <a:cs typeface="+mn-cs"/>
        </a:defRPr>
      </a:lvl3pPr>
      <a:lvl4pPr marL="1662030" algn="l" defTabSz="1108019" rtl="0" eaLnBrk="1" latinLnBrk="0" hangingPunct="1">
        <a:defRPr sz="2200" kern="1200">
          <a:solidFill>
            <a:schemeClr val="tx1"/>
          </a:solidFill>
          <a:latin typeface="+mn-lt"/>
          <a:ea typeface="+mn-ea"/>
          <a:cs typeface="+mn-cs"/>
        </a:defRPr>
      </a:lvl4pPr>
      <a:lvl5pPr marL="2216039" algn="l" defTabSz="1108019" rtl="0" eaLnBrk="1" latinLnBrk="0" hangingPunct="1">
        <a:defRPr sz="2200" kern="1200">
          <a:solidFill>
            <a:schemeClr val="tx1"/>
          </a:solidFill>
          <a:latin typeface="+mn-lt"/>
          <a:ea typeface="+mn-ea"/>
          <a:cs typeface="+mn-cs"/>
        </a:defRPr>
      </a:lvl5pPr>
      <a:lvl6pPr marL="2770049" algn="l" defTabSz="1108019" rtl="0" eaLnBrk="1" latinLnBrk="0" hangingPunct="1">
        <a:defRPr sz="2200" kern="1200">
          <a:solidFill>
            <a:schemeClr val="tx1"/>
          </a:solidFill>
          <a:latin typeface="+mn-lt"/>
          <a:ea typeface="+mn-ea"/>
          <a:cs typeface="+mn-cs"/>
        </a:defRPr>
      </a:lvl6pPr>
      <a:lvl7pPr marL="3324059" algn="l" defTabSz="1108019" rtl="0" eaLnBrk="1" latinLnBrk="0" hangingPunct="1">
        <a:defRPr sz="2200" kern="1200">
          <a:solidFill>
            <a:schemeClr val="tx1"/>
          </a:solidFill>
          <a:latin typeface="+mn-lt"/>
          <a:ea typeface="+mn-ea"/>
          <a:cs typeface="+mn-cs"/>
        </a:defRPr>
      </a:lvl7pPr>
      <a:lvl8pPr marL="3878069" algn="l" defTabSz="1108019" rtl="0" eaLnBrk="1" latinLnBrk="0" hangingPunct="1">
        <a:defRPr sz="2200" kern="1200">
          <a:solidFill>
            <a:schemeClr val="tx1"/>
          </a:solidFill>
          <a:latin typeface="+mn-lt"/>
          <a:ea typeface="+mn-ea"/>
          <a:cs typeface="+mn-cs"/>
        </a:defRPr>
      </a:lvl8pPr>
      <a:lvl9pPr marL="4432079" algn="l" defTabSz="1108019"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3"/>
          <a:stretch>
            <a:fillRect/>
          </a:stretch>
        </p:blipFill>
        <p:spPr>
          <a:xfrm>
            <a:off x="839361" y="2149665"/>
            <a:ext cx="10511056" cy="4198708"/>
          </a:xfrm>
          <a:prstGeom prst="rect">
            <a:avLst/>
          </a:prstGeom>
        </p:spPr>
      </p:pic>
      <p:sp>
        <p:nvSpPr>
          <p:cNvPr id="8" name="AutoShape 4" descr="C:\Users\EC\Desktop\cropped-cddfv-1024x112.webp"/>
          <p:cNvSpPr>
            <a:spLocks noChangeAspect="1" noChangeArrowheads="1"/>
          </p:cNvSpPr>
          <p:nvPr/>
        </p:nvSpPr>
        <p:spPr bwMode="auto">
          <a:xfrm>
            <a:off x="1612690" y="1844903"/>
            <a:ext cx="4482516" cy="3047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endParaRPr lang="en-US"/>
          </a:p>
        </p:txBody>
      </p:sp>
      <p:sp>
        <p:nvSpPr>
          <p:cNvPr id="9" name="AutoShape 6" descr="C:\Users\EC\Desktop\cropped-cddfv-1024x112.webp"/>
          <p:cNvSpPr>
            <a:spLocks noChangeAspect="1" noChangeArrowheads="1"/>
          </p:cNvSpPr>
          <p:nvPr/>
        </p:nvSpPr>
        <p:spPr bwMode="auto">
          <a:xfrm>
            <a:off x="155555" y="27453"/>
            <a:ext cx="304760" cy="3047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endParaRPr lang="en-US"/>
          </a:p>
        </p:txBody>
      </p:sp>
      <p:sp>
        <p:nvSpPr>
          <p:cNvPr id="10" name="AutoShape 8" descr="C:\Users\EC\Desktop\cropped-cddfv-1024x112.webp"/>
          <p:cNvSpPr>
            <a:spLocks noChangeAspect="1" noChangeArrowheads="1"/>
          </p:cNvSpPr>
          <p:nvPr/>
        </p:nvSpPr>
        <p:spPr bwMode="auto">
          <a:xfrm>
            <a:off x="307935" y="179833"/>
            <a:ext cx="304760" cy="3047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endParaRPr lang="en-US"/>
          </a:p>
        </p:txBody>
      </p:sp>
      <p:sp>
        <p:nvSpPr>
          <p:cNvPr id="12" name="TextBox 11"/>
          <p:cNvSpPr txBox="1"/>
          <p:nvPr/>
        </p:nvSpPr>
        <p:spPr>
          <a:xfrm>
            <a:off x="1581272" y="2300368"/>
            <a:ext cx="8422813" cy="646331"/>
          </a:xfrm>
          <a:prstGeom prst="rect">
            <a:avLst/>
          </a:prstGeom>
          <a:noFill/>
        </p:spPr>
        <p:txBody>
          <a:bodyPr wrap="square" rtlCol="0">
            <a:spAutoFit/>
          </a:bodyPr>
          <a:lstStyle/>
          <a:p>
            <a:pPr algn="ctr"/>
            <a:r>
              <a:rPr lang="en-US" sz="3600" dirty="0">
                <a:latin typeface="Times New Roman" panose="02020603050405020304" charset="0"/>
                <a:cs typeface="Times New Roman" panose="02020603050405020304" charset="0"/>
              </a:rPr>
              <a:t>Musical Instrument Detection</a:t>
            </a:r>
          </a:p>
        </p:txBody>
      </p:sp>
      <p:sp>
        <p:nvSpPr>
          <p:cNvPr id="13" name="TextBox 12"/>
          <p:cNvSpPr txBox="1"/>
          <p:nvPr/>
        </p:nvSpPr>
        <p:spPr>
          <a:xfrm>
            <a:off x="3385379" y="3473466"/>
            <a:ext cx="5566955" cy="1198724"/>
          </a:xfrm>
          <a:prstGeom prst="rect">
            <a:avLst/>
          </a:prstGeom>
          <a:noFill/>
        </p:spPr>
        <p:txBody>
          <a:bodyPr wrap="square" rtlCol="0">
            <a:spAutoFit/>
          </a:bodyPr>
          <a:lstStyle/>
          <a:p>
            <a:pPr algn="just"/>
            <a:r>
              <a:rPr lang="en-US" dirty="0">
                <a:latin typeface="Times New Roman" panose="02020603050405020304" charset="0"/>
                <a:cs typeface="Times New Roman" panose="02020603050405020304" charset="0"/>
              </a:rPr>
              <a:t>Sanika Chougule              USN:02FE22BEC080</a:t>
            </a:r>
          </a:p>
          <a:p>
            <a:pPr algn="just"/>
            <a:r>
              <a:rPr lang="en-US" dirty="0">
                <a:latin typeface="Times New Roman" panose="02020603050405020304" charset="0"/>
                <a:cs typeface="Times New Roman" panose="02020603050405020304" charset="0"/>
              </a:rPr>
              <a:t>Shraddha Shahapurkar     USN:</a:t>
            </a:r>
            <a:r>
              <a:rPr lang="en-US" dirty="0">
                <a:latin typeface="Times New Roman" panose="02020603050405020304" charset="0"/>
                <a:cs typeface="Times New Roman" panose="02020603050405020304" charset="0"/>
                <a:sym typeface="+mn-ea"/>
              </a:rPr>
              <a:t>02FE22BEC091</a:t>
            </a:r>
            <a:endParaRPr lang="en-US" dirty="0">
              <a:latin typeface="Times New Roman" panose="02020603050405020304" charset="0"/>
              <a:cs typeface="Times New Roman" panose="02020603050405020304" charset="0"/>
            </a:endParaRPr>
          </a:p>
          <a:p>
            <a:pPr algn="just"/>
            <a:r>
              <a:rPr lang="en-US" dirty="0">
                <a:latin typeface="Times New Roman" panose="02020603050405020304" charset="0"/>
                <a:cs typeface="Times New Roman" panose="02020603050405020304" charset="0"/>
              </a:rPr>
              <a:t>Adarsh Kadalikar             USN:</a:t>
            </a:r>
            <a:r>
              <a:rPr lang="en-US" dirty="0">
                <a:latin typeface="Times New Roman" panose="02020603050405020304" charset="0"/>
                <a:cs typeface="Times New Roman" panose="02020603050405020304" charset="0"/>
                <a:sym typeface="+mn-ea"/>
              </a:rPr>
              <a:t>02FE23BEC410</a:t>
            </a:r>
            <a:endParaRPr lang="en-US" dirty="0">
              <a:latin typeface="Times New Roman" panose="02020603050405020304" charset="0"/>
              <a:cs typeface="Times New Roman" panose="02020603050405020304" charset="0"/>
            </a:endParaRPr>
          </a:p>
          <a:p>
            <a:pPr algn="just"/>
            <a:r>
              <a:rPr lang="en-US" dirty="0">
                <a:latin typeface="Times New Roman" panose="02020603050405020304" charset="0"/>
                <a:cs typeface="Times New Roman" panose="02020603050405020304" charset="0"/>
              </a:rPr>
              <a:t>Tejas Khadpe                    USN:</a:t>
            </a:r>
            <a:r>
              <a:rPr lang="en-US" dirty="0">
                <a:latin typeface="Times New Roman" panose="02020603050405020304" charset="0"/>
                <a:cs typeface="Times New Roman" panose="02020603050405020304" charset="0"/>
                <a:sym typeface="+mn-ea"/>
              </a:rPr>
              <a:t>02FE23BEC412</a:t>
            </a:r>
            <a:endParaRPr lang="en-US" dirty="0">
              <a:latin typeface="Times New Roman" panose="02020603050405020304" charset="0"/>
              <a:cs typeface="Times New Roman" panose="02020603050405020304" charset="0"/>
            </a:endParaRPr>
          </a:p>
        </p:txBody>
      </p:sp>
      <p:sp>
        <p:nvSpPr>
          <p:cNvPr id="14" name="TextBox 13"/>
          <p:cNvSpPr txBox="1"/>
          <p:nvPr/>
        </p:nvSpPr>
        <p:spPr>
          <a:xfrm>
            <a:off x="4672992" y="5162346"/>
            <a:ext cx="2324675" cy="646331"/>
          </a:xfrm>
          <a:prstGeom prst="rect">
            <a:avLst/>
          </a:prstGeom>
          <a:noFill/>
        </p:spPr>
        <p:txBody>
          <a:bodyPr wrap="none" rtlCol="0">
            <a:spAutoFit/>
          </a:bodyPr>
          <a:lstStyle/>
          <a:p>
            <a:r>
              <a:rPr lang="en-US" dirty="0"/>
              <a:t>Under the Guidance of</a:t>
            </a:r>
          </a:p>
          <a:p>
            <a:r>
              <a:rPr lang="en-US" dirty="0"/>
              <a:t>Prof : Vinayak Dalvi</a:t>
            </a:r>
          </a:p>
        </p:txBody>
      </p:sp>
      <p:sp>
        <p:nvSpPr>
          <p:cNvPr id="15" name="Footer Placeholder 14"/>
          <p:cNvSpPr>
            <a:spLocks noGrp="1"/>
          </p:cNvSpPr>
          <p:nvPr>
            <p:ph type="ftr" sz="quarter" idx="11"/>
          </p:nvPr>
        </p:nvSpPr>
        <p:spPr/>
        <p:txBody>
          <a:bodyPr/>
          <a:lstStyle/>
          <a:p>
            <a:r>
              <a:rPr lang="en-US"/>
              <a:t>Dept. of ECE</a:t>
            </a:r>
          </a:p>
        </p:txBody>
      </p:sp>
      <p:sp>
        <p:nvSpPr>
          <p:cNvPr id="16" name="Slide Number Placeholder 15"/>
          <p:cNvSpPr>
            <a:spLocks noGrp="1"/>
          </p:cNvSpPr>
          <p:nvPr>
            <p:ph type="sldNum" sz="quarter" idx="12"/>
          </p:nvPr>
        </p:nvSpPr>
        <p:spPr/>
        <p:txBody>
          <a:bodyPr/>
          <a:lstStyle/>
          <a:p>
            <a:fld id="{14664CE2-A199-492D-95BF-8BD1FF457610}" type="slidenum">
              <a:rPr lang="en-US" smtClean="0"/>
              <a:t>1</a:t>
            </a:fld>
            <a:endParaRPr lang="en-US"/>
          </a:p>
        </p:txBody>
      </p:sp>
      <p:sp>
        <p:nvSpPr>
          <p:cNvPr id="17" name="TextBox 16"/>
          <p:cNvSpPr txBox="1"/>
          <p:nvPr/>
        </p:nvSpPr>
        <p:spPr>
          <a:xfrm>
            <a:off x="2695675" y="1682482"/>
            <a:ext cx="7586627" cy="460315"/>
          </a:xfrm>
          <a:prstGeom prst="rect">
            <a:avLst/>
          </a:prstGeom>
          <a:noFill/>
        </p:spPr>
        <p:txBody>
          <a:bodyPr wrap="none" rtlCol="0">
            <a:spAutoFit/>
          </a:bodyPr>
          <a:lstStyle/>
          <a:p>
            <a:r>
              <a:rPr lang="en-US" sz="2400" dirty="0">
                <a:latin typeface="Times New Roman" panose="02020603050405020304" charset="0"/>
                <a:cs typeface="Times New Roman" panose="02020603050405020304" charset="0"/>
              </a:rPr>
              <a:t>Department of Electronics and Communication Engineering</a:t>
            </a:r>
            <a:r>
              <a:rPr lang="en-US" sz="2400" dirty="0"/>
              <a:t> </a:t>
            </a:r>
          </a:p>
        </p:txBody>
      </p:sp>
      <p:pic>
        <p:nvPicPr>
          <p:cNvPr id="3" name="Picture 2">
            <a:extLst>
              <a:ext uri="{FF2B5EF4-FFF2-40B4-BE49-F238E27FC236}">
                <a16:creationId xmlns:a16="http://schemas.microsoft.com/office/drawing/2014/main" id="{DB182A9A-E699-2573-30ED-003D5C7B81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6653" y="115782"/>
            <a:ext cx="9793089" cy="13547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latin typeface="+mn-lt"/>
              </a:rPr>
              <a:t>Content </a:t>
            </a:r>
            <a:endParaRPr lang="en-US" b="1" dirty="0">
              <a:solidFill>
                <a:srgbClr val="FF0000"/>
              </a:solidFill>
              <a:latin typeface="+mn-lt"/>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48625061"/>
              </p:ext>
            </p:extLst>
          </p:nvPr>
        </p:nvGraphicFramePr>
        <p:xfrm>
          <a:off x="609600" y="1679575"/>
          <a:ext cx="10971216" cy="4711446"/>
        </p:xfrm>
        <a:graphic>
          <a:graphicData uri="http://schemas.openxmlformats.org/drawingml/2006/table">
            <a:tbl>
              <a:tblPr firstRow="1" bandRow="1">
                <a:tableStyleId>{5C22544A-7EE6-4342-B048-85BDC9FD1C3A}</a:tableStyleId>
              </a:tblPr>
              <a:tblGrid>
                <a:gridCol w="2699526">
                  <a:extLst>
                    <a:ext uri="{9D8B030D-6E8A-4147-A177-3AD203B41FA5}">
                      <a16:colId xmlns:a16="http://schemas.microsoft.com/office/drawing/2014/main" val="20000"/>
                    </a:ext>
                  </a:extLst>
                </a:gridCol>
                <a:gridCol w="8271690">
                  <a:extLst>
                    <a:ext uri="{9D8B030D-6E8A-4147-A177-3AD203B41FA5}">
                      <a16:colId xmlns:a16="http://schemas.microsoft.com/office/drawing/2014/main" val="20001"/>
                    </a:ext>
                  </a:extLst>
                </a:gridCol>
              </a:tblGrid>
              <a:tr h="523494">
                <a:tc>
                  <a:txBody>
                    <a:bodyPr/>
                    <a:lstStyle/>
                    <a:p>
                      <a:pPr algn="ctr"/>
                      <a:r>
                        <a:rPr lang="en-IN" sz="2800" b="1" dirty="0">
                          <a:solidFill>
                            <a:schemeClr val="tx1"/>
                          </a:solidFill>
                          <a:latin typeface="Times New Roman" panose="02020603050405020304" pitchFamily="18" charset="0"/>
                          <a:cs typeface="Times New Roman" panose="02020603050405020304" pitchFamily="18" charset="0"/>
                        </a:rPr>
                        <a:t>Sl No.</a:t>
                      </a:r>
                    </a:p>
                  </a:txBody>
                  <a:tcPr marL="74753" marR="74753"/>
                </a:tc>
                <a:tc>
                  <a:txBody>
                    <a:bodyPr/>
                    <a:lstStyle/>
                    <a:p>
                      <a:pPr algn="ctr"/>
                      <a:r>
                        <a:rPr lang="en-IN" sz="2800" b="1" dirty="0">
                          <a:solidFill>
                            <a:schemeClr val="tx1"/>
                          </a:solidFill>
                          <a:latin typeface="Times New Roman" panose="02020603050405020304" pitchFamily="18" charset="0"/>
                          <a:cs typeface="Times New Roman" panose="02020603050405020304" pitchFamily="18" charset="0"/>
                        </a:rPr>
                        <a:t>Content</a:t>
                      </a:r>
                    </a:p>
                  </a:txBody>
                  <a:tcPr marL="74753" marR="74753"/>
                </a:tc>
                <a:extLst>
                  <a:ext uri="{0D108BD9-81ED-4DB2-BD59-A6C34878D82A}">
                    <a16:rowId xmlns:a16="http://schemas.microsoft.com/office/drawing/2014/main" val="10000"/>
                  </a:ext>
                </a:extLst>
              </a:tr>
              <a:tr h="523494">
                <a:tc>
                  <a:txBody>
                    <a:bodyPr/>
                    <a:lstStyle/>
                    <a:p>
                      <a:pPr algn="ctr"/>
                      <a:r>
                        <a:rPr lang="en-IN" sz="2800" b="0" dirty="0">
                          <a:latin typeface="Times New Roman" panose="02020603050405020304" pitchFamily="18" charset="0"/>
                          <a:cs typeface="Times New Roman" panose="02020603050405020304" pitchFamily="18" charset="0"/>
                        </a:rPr>
                        <a:t>1</a:t>
                      </a:r>
                    </a:p>
                  </a:txBody>
                  <a:tcPr marL="74753" marR="74753"/>
                </a:tc>
                <a:tc>
                  <a:txBody>
                    <a:bodyPr/>
                    <a:lstStyle/>
                    <a:p>
                      <a:pPr algn="ctr"/>
                      <a:r>
                        <a:rPr lang="en-IN" sz="2800" b="0" dirty="0">
                          <a:latin typeface="Times New Roman" panose="02020603050405020304" pitchFamily="18" charset="0"/>
                          <a:cs typeface="Times New Roman" panose="02020603050405020304" pitchFamily="18" charset="0"/>
                        </a:rPr>
                        <a:t>Introduction</a:t>
                      </a:r>
                    </a:p>
                  </a:txBody>
                  <a:tcPr marL="74753" marR="74753"/>
                </a:tc>
                <a:extLst>
                  <a:ext uri="{0D108BD9-81ED-4DB2-BD59-A6C34878D82A}">
                    <a16:rowId xmlns:a16="http://schemas.microsoft.com/office/drawing/2014/main" val="10001"/>
                  </a:ext>
                </a:extLst>
              </a:tr>
              <a:tr h="523494">
                <a:tc>
                  <a:txBody>
                    <a:bodyPr/>
                    <a:lstStyle/>
                    <a:p>
                      <a:pPr algn="ctr"/>
                      <a:r>
                        <a:rPr lang="en-IN" sz="2800" b="0" dirty="0">
                          <a:latin typeface="Times New Roman" panose="02020603050405020304" pitchFamily="18" charset="0"/>
                          <a:cs typeface="Times New Roman" panose="02020603050405020304" pitchFamily="18" charset="0"/>
                        </a:rPr>
                        <a:t>2</a:t>
                      </a:r>
                    </a:p>
                  </a:txBody>
                  <a:tcPr marL="74753" marR="74753"/>
                </a:tc>
                <a:tc>
                  <a:txBody>
                    <a:bodyPr/>
                    <a:lstStyle/>
                    <a:p>
                      <a:pPr marL="0" marR="0" lvl="0" indent="0" algn="ctr" defTabSz="1108019" rtl="0" eaLnBrk="1" fontAlgn="auto" latinLnBrk="0" hangingPunct="1">
                        <a:lnSpc>
                          <a:spcPct val="100000"/>
                        </a:lnSpc>
                        <a:spcBef>
                          <a:spcPts val="0"/>
                        </a:spcBef>
                        <a:spcAft>
                          <a:spcPts val="0"/>
                        </a:spcAft>
                        <a:buClrTx/>
                        <a:buSzTx/>
                        <a:buFontTx/>
                        <a:buNone/>
                        <a:tabLst/>
                        <a:defRPr/>
                      </a:pPr>
                      <a:r>
                        <a:rPr lang="en-US" sz="2800" b="0" dirty="0">
                          <a:latin typeface="Times New Roman" panose="02020603050405020304" pitchFamily="18" charset="0"/>
                          <a:cs typeface="Times New Roman" panose="02020603050405020304" pitchFamily="18" charset="0"/>
                        </a:rPr>
                        <a:t>Problem Statement</a:t>
                      </a:r>
                      <a:endParaRPr lang="en-IN" sz="2800" b="0" dirty="0">
                        <a:latin typeface="Times New Roman" panose="02020603050405020304" pitchFamily="18" charset="0"/>
                        <a:cs typeface="Times New Roman" panose="02020603050405020304" pitchFamily="18" charset="0"/>
                      </a:endParaRPr>
                    </a:p>
                  </a:txBody>
                  <a:tcPr marL="74753" marR="74753"/>
                </a:tc>
                <a:extLst>
                  <a:ext uri="{0D108BD9-81ED-4DB2-BD59-A6C34878D82A}">
                    <a16:rowId xmlns:a16="http://schemas.microsoft.com/office/drawing/2014/main" val="3552594847"/>
                  </a:ext>
                </a:extLst>
              </a:tr>
              <a:tr h="523494">
                <a:tc>
                  <a:txBody>
                    <a:bodyPr/>
                    <a:lstStyle/>
                    <a:p>
                      <a:pPr algn="ctr"/>
                      <a:r>
                        <a:rPr lang="en-IN" sz="2800" b="0" dirty="0">
                          <a:latin typeface="Times New Roman" panose="02020603050405020304" pitchFamily="18" charset="0"/>
                          <a:cs typeface="Times New Roman" panose="02020603050405020304" pitchFamily="18" charset="0"/>
                        </a:rPr>
                        <a:t>3</a:t>
                      </a:r>
                    </a:p>
                  </a:txBody>
                  <a:tcPr marL="74753" marR="74753"/>
                </a:tc>
                <a:tc>
                  <a:txBody>
                    <a:bodyPr/>
                    <a:lstStyle/>
                    <a:p>
                      <a:pPr algn="ctr"/>
                      <a:r>
                        <a:rPr lang="en-US" sz="2800" b="0" dirty="0">
                          <a:latin typeface="Times New Roman" panose="02020603050405020304" pitchFamily="18" charset="0"/>
                          <a:cs typeface="Times New Roman" panose="02020603050405020304" pitchFamily="18" charset="0"/>
                        </a:rPr>
                        <a:t>Literature Survey </a:t>
                      </a:r>
                      <a:endParaRPr lang="en-IN" sz="2800" b="0" dirty="0">
                        <a:latin typeface="Times New Roman" panose="02020603050405020304" pitchFamily="18" charset="0"/>
                        <a:cs typeface="Times New Roman" panose="02020603050405020304" pitchFamily="18" charset="0"/>
                      </a:endParaRPr>
                    </a:p>
                  </a:txBody>
                  <a:tcPr marL="74753" marR="74753"/>
                </a:tc>
                <a:extLst>
                  <a:ext uri="{0D108BD9-81ED-4DB2-BD59-A6C34878D82A}">
                    <a16:rowId xmlns:a16="http://schemas.microsoft.com/office/drawing/2014/main" val="10002"/>
                  </a:ext>
                </a:extLst>
              </a:tr>
              <a:tr h="523494">
                <a:tc>
                  <a:txBody>
                    <a:bodyPr/>
                    <a:lstStyle/>
                    <a:p>
                      <a:pPr algn="ctr"/>
                      <a:r>
                        <a:rPr lang="en-IN" sz="2800" b="0" dirty="0">
                          <a:latin typeface="Times New Roman" panose="02020603050405020304" pitchFamily="18" charset="0"/>
                          <a:cs typeface="Times New Roman" panose="02020603050405020304" pitchFamily="18" charset="0"/>
                        </a:rPr>
                        <a:t>4</a:t>
                      </a:r>
                    </a:p>
                  </a:txBody>
                  <a:tcPr marL="74753" marR="74753"/>
                </a:tc>
                <a:tc>
                  <a:txBody>
                    <a:bodyPr/>
                    <a:lstStyle/>
                    <a:p>
                      <a:pPr marL="0" marR="0" lvl="0" indent="0" algn="ctr" defTabSz="1108019" rtl="0" eaLnBrk="1" fontAlgn="auto" latinLnBrk="0" hangingPunct="1">
                        <a:lnSpc>
                          <a:spcPct val="100000"/>
                        </a:lnSpc>
                        <a:spcBef>
                          <a:spcPts val="0"/>
                        </a:spcBef>
                        <a:spcAft>
                          <a:spcPts val="0"/>
                        </a:spcAft>
                        <a:buClrTx/>
                        <a:buSzTx/>
                        <a:buFontTx/>
                        <a:buNone/>
                        <a:tabLst/>
                        <a:defRPr/>
                      </a:pPr>
                      <a:r>
                        <a:rPr lang="en-US" sz="2800" b="0" dirty="0">
                          <a:latin typeface="Times New Roman" panose="02020603050405020304" pitchFamily="18" charset="0"/>
                          <a:cs typeface="Times New Roman" panose="02020603050405020304" pitchFamily="18" charset="0"/>
                        </a:rPr>
                        <a:t>Signal Specifications</a:t>
                      </a:r>
                      <a:endParaRPr lang="en-IN" sz="2800" b="0" dirty="0">
                        <a:latin typeface="Times New Roman" panose="02020603050405020304" pitchFamily="18" charset="0"/>
                        <a:cs typeface="Times New Roman" panose="02020603050405020304" pitchFamily="18" charset="0"/>
                      </a:endParaRPr>
                    </a:p>
                  </a:txBody>
                  <a:tcPr marL="74753" marR="74753"/>
                </a:tc>
                <a:extLst>
                  <a:ext uri="{0D108BD9-81ED-4DB2-BD59-A6C34878D82A}">
                    <a16:rowId xmlns:a16="http://schemas.microsoft.com/office/drawing/2014/main" val="10003"/>
                  </a:ext>
                </a:extLst>
              </a:tr>
              <a:tr h="523494">
                <a:tc>
                  <a:txBody>
                    <a:bodyPr/>
                    <a:lstStyle/>
                    <a:p>
                      <a:pPr algn="ctr"/>
                      <a:r>
                        <a:rPr lang="en-IN" sz="2800" b="0" dirty="0">
                          <a:latin typeface="Times New Roman" panose="02020603050405020304" pitchFamily="18" charset="0"/>
                          <a:cs typeface="Times New Roman" panose="02020603050405020304" pitchFamily="18" charset="0"/>
                        </a:rPr>
                        <a:t>5</a:t>
                      </a:r>
                    </a:p>
                  </a:txBody>
                  <a:tcPr marL="74753" marR="74753"/>
                </a:tc>
                <a:tc>
                  <a:txBody>
                    <a:bodyPr/>
                    <a:lstStyle/>
                    <a:p>
                      <a:pPr marL="0" marR="0" lvl="0" indent="0" algn="ctr" defTabSz="1108019" rtl="0" eaLnBrk="1" fontAlgn="auto" latinLnBrk="0" hangingPunct="1">
                        <a:lnSpc>
                          <a:spcPct val="100000"/>
                        </a:lnSpc>
                        <a:spcBef>
                          <a:spcPts val="0"/>
                        </a:spcBef>
                        <a:spcAft>
                          <a:spcPts val="0"/>
                        </a:spcAft>
                        <a:buClrTx/>
                        <a:buSzTx/>
                        <a:buFontTx/>
                        <a:buNone/>
                        <a:tabLst/>
                        <a:defRPr/>
                      </a:pPr>
                      <a:r>
                        <a:rPr lang="en-IN" sz="2800" b="0" dirty="0">
                          <a:latin typeface="Times New Roman" panose="02020603050405020304" pitchFamily="18" charset="0"/>
                          <a:cs typeface="Times New Roman" panose="02020603050405020304" pitchFamily="18" charset="0"/>
                        </a:rPr>
                        <a:t>Filters</a:t>
                      </a:r>
                    </a:p>
                  </a:txBody>
                  <a:tcPr marL="74753" marR="74753"/>
                </a:tc>
                <a:extLst>
                  <a:ext uri="{0D108BD9-81ED-4DB2-BD59-A6C34878D82A}">
                    <a16:rowId xmlns:a16="http://schemas.microsoft.com/office/drawing/2014/main" val="1670487782"/>
                  </a:ext>
                </a:extLst>
              </a:tr>
              <a:tr h="523494">
                <a:tc>
                  <a:txBody>
                    <a:bodyPr/>
                    <a:lstStyle/>
                    <a:p>
                      <a:pPr algn="ctr"/>
                      <a:r>
                        <a:rPr lang="en-US" sz="2800" b="0" dirty="0">
                          <a:latin typeface="Times New Roman" panose="02020603050405020304" pitchFamily="18" charset="0"/>
                          <a:cs typeface="Times New Roman" panose="02020603050405020304" pitchFamily="18" charset="0"/>
                        </a:rPr>
                        <a:t>6</a:t>
                      </a:r>
                      <a:endParaRPr lang="en-IN" sz="2800" b="0" dirty="0">
                        <a:latin typeface="Times New Roman" panose="02020603050405020304" pitchFamily="18" charset="0"/>
                        <a:cs typeface="Times New Roman" panose="02020603050405020304" pitchFamily="18" charset="0"/>
                      </a:endParaRPr>
                    </a:p>
                  </a:txBody>
                  <a:tcPr marL="74753" marR="74753"/>
                </a:tc>
                <a:tc>
                  <a:txBody>
                    <a:bodyPr/>
                    <a:lstStyle/>
                    <a:p>
                      <a:pPr algn="ctr"/>
                      <a:r>
                        <a:rPr lang="en-IN" sz="2800" b="0" dirty="0">
                          <a:latin typeface="Times New Roman" panose="02020603050405020304" pitchFamily="18" charset="0"/>
                          <a:cs typeface="Times New Roman" panose="02020603050405020304" pitchFamily="18" charset="0"/>
                        </a:rPr>
                        <a:t> Block Diagram</a:t>
                      </a:r>
                    </a:p>
                  </a:txBody>
                  <a:tcPr marL="74753" marR="74753"/>
                </a:tc>
                <a:extLst>
                  <a:ext uri="{0D108BD9-81ED-4DB2-BD59-A6C34878D82A}">
                    <a16:rowId xmlns:a16="http://schemas.microsoft.com/office/drawing/2014/main" val="10006"/>
                  </a:ext>
                </a:extLst>
              </a:tr>
              <a:tr h="523494">
                <a:tc>
                  <a:txBody>
                    <a:bodyPr/>
                    <a:lstStyle/>
                    <a:p>
                      <a:pPr algn="ctr"/>
                      <a:r>
                        <a:rPr lang="en-IN" sz="2800" b="0" dirty="0">
                          <a:latin typeface="Times New Roman" panose="02020603050405020304" pitchFamily="18" charset="0"/>
                          <a:cs typeface="Times New Roman" panose="02020603050405020304" pitchFamily="18" charset="0"/>
                        </a:rPr>
                        <a:t>7</a:t>
                      </a:r>
                    </a:p>
                  </a:txBody>
                  <a:tcPr marL="74753" marR="74753"/>
                </a:tc>
                <a:tc>
                  <a:txBody>
                    <a:bodyPr/>
                    <a:lstStyle/>
                    <a:p>
                      <a:pPr algn="ctr"/>
                      <a:r>
                        <a:rPr lang="en-IN" sz="2800" b="0" dirty="0">
                          <a:latin typeface="Times New Roman" panose="02020603050405020304" pitchFamily="18" charset="0"/>
                          <a:cs typeface="Times New Roman" panose="02020603050405020304" pitchFamily="18" charset="0"/>
                        </a:rPr>
                        <a:t>Results</a:t>
                      </a:r>
                    </a:p>
                  </a:txBody>
                  <a:tcPr marL="74753" marR="74753"/>
                </a:tc>
                <a:extLst>
                  <a:ext uri="{0D108BD9-81ED-4DB2-BD59-A6C34878D82A}">
                    <a16:rowId xmlns:a16="http://schemas.microsoft.com/office/drawing/2014/main" val="1076590080"/>
                  </a:ext>
                </a:extLst>
              </a:tr>
              <a:tr h="523494">
                <a:tc>
                  <a:txBody>
                    <a:bodyPr/>
                    <a:lstStyle/>
                    <a:p>
                      <a:pPr algn="ctr"/>
                      <a:r>
                        <a:rPr lang="en-IN" sz="2800" b="0" dirty="0">
                          <a:latin typeface="Times New Roman" panose="02020603050405020304" pitchFamily="18" charset="0"/>
                          <a:cs typeface="Times New Roman" panose="02020603050405020304" pitchFamily="18" charset="0"/>
                        </a:rPr>
                        <a:t>8</a:t>
                      </a:r>
                    </a:p>
                  </a:txBody>
                  <a:tcPr marL="74753" marR="74753"/>
                </a:tc>
                <a:tc>
                  <a:txBody>
                    <a:bodyPr/>
                    <a:lstStyle/>
                    <a:p>
                      <a:pPr algn="ctr"/>
                      <a:r>
                        <a:rPr lang="en-IN" sz="2800" b="0" dirty="0">
                          <a:latin typeface="Times New Roman" panose="02020603050405020304" pitchFamily="18" charset="0"/>
                          <a:cs typeface="Times New Roman" panose="02020603050405020304" pitchFamily="18" charset="0"/>
                        </a:rPr>
                        <a:t>References</a:t>
                      </a:r>
                    </a:p>
                  </a:txBody>
                  <a:tcPr marL="74753" marR="74753"/>
                </a:tc>
                <a:extLst>
                  <a:ext uri="{0D108BD9-81ED-4DB2-BD59-A6C34878D82A}">
                    <a16:rowId xmlns:a16="http://schemas.microsoft.com/office/drawing/2014/main" val="251247845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07238-D1F1-4C29-ACE1-AD9511A1D320}"/>
              </a:ext>
            </a:extLst>
          </p:cNvPr>
          <p:cNvSpPr>
            <a:spLocks noGrp="1"/>
          </p:cNvSpPr>
          <p:nvPr>
            <p:ph type="title"/>
          </p:nvPr>
        </p:nvSpPr>
        <p:spPr/>
        <p:txBody>
          <a:bodyPr/>
          <a:lstStyle/>
          <a:p>
            <a:r>
              <a:rPr lang="en-IN" dirty="0">
                <a:solidFill>
                  <a:srgbClr val="FF0000"/>
                </a:solidFill>
              </a:rPr>
              <a:t>Introduction</a:t>
            </a:r>
          </a:p>
        </p:txBody>
      </p:sp>
      <p:sp>
        <p:nvSpPr>
          <p:cNvPr id="3" name="Content Placeholder 2">
            <a:extLst>
              <a:ext uri="{FF2B5EF4-FFF2-40B4-BE49-F238E27FC236}">
                <a16:creationId xmlns:a16="http://schemas.microsoft.com/office/drawing/2014/main" id="{1750B168-C354-C3A4-8C2F-D687F23BF4DC}"/>
              </a:ext>
            </a:extLst>
          </p:cNvPr>
          <p:cNvSpPr>
            <a:spLocks noGrp="1"/>
          </p:cNvSpPr>
          <p:nvPr>
            <p:ph idx="1"/>
          </p:nvPr>
        </p:nvSpPr>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A musical instrument recognition system plays a crucial role in modern audio processing and music analysis, addressing the need for precise identification of instruments in a wide range of applications. From automated music transcription to digital archiving and real-time music editing, this technology enables efficient and accurate classification of sounds. By extracting distinct features like frequency, timbre, and harmonics, it ensures seamless recognition, even in complex audio environments. This system not only enhances music production but also contributes to research, education, and preservation of musical heritage.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7034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latin typeface="+mn-lt"/>
              </a:rPr>
              <a:t>Problem Statement </a:t>
            </a:r>
            <a:endParaRPr lang="en-US" dirty="0">
              <a:solidFill>
                <a:srgbClr val="FF0000"/>
              </a:solidFill>
              <a:latin typeface="+mn-lt"/>
            </a:endParaRPr>
          </a:p>
        </p:txBody>
      </p:sp>
      <p:sp>
        <p:nvSpPr>
          <p:cNvPr id="3" name="Content Placeholder 2"/>
          <p:cNvSpPr>
            <a:spLocks noGrp="1"/>
          </p:cNvSpPr>
          <p:nvPr>
            <p:ph idx="1"/>
          </p:nvPr>
        </p:nvSpPr>
        <p:spPr>
          <a:xfrm>
            <a:off x="694606" y="1656234"/>
            <a:ext cx="10971372" cy="4752261"/>
          </a:xfrm>
        </p:spPr>
        <p:txBody>
          <a:bodyPr/>
          <a:lstStyle/>
          <a:p>
            <a:pPr algn="just">
              <a:buNone/>
            </a:pPr>
            <a:r>
              <a:rPr lang="en-US" sz="3200" dirty="0">
                <a:latin typeface="Times New Roman" panose="02020603050405020304" charset="0"/>
                <a:cs typeface="Times New Roman" panose="02020603050405020304" charset="0"/>
              </a:rPr>
              <a:t>    Develop a music instrument recognition system that will analyze  the input voice of the instrument with the help of its features and checks whether the </a:t>
            </a:r>
            <a:r>
              <a:rPr lang="en-US" sz="3200" dirty="0" err="1">
                <a:latin typeface="Times New Roman" panose="02020603050405020304" charset="0"/>
                <a:cs typeface="Times New Roman" panose="02020603050405020304" charset="0"/>
              </a:rPr>
              <a:t>instruments's</a:t>
            </a:r>
            <a:r>
              <a:rPr lang="en-US" sz="3200" dirty="0">
                <a:latin typeface="Times New Roman" panose="02020603050405020304" charset="0"/>
                <a:cs typeface="Times New Roman" panose="02020603050405020304" charset="0"/>
              </a:rPr>
              <a:t> voice is registered in the database or not .​</a:t>
            </a:r>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solidFill>
                  <a:srgbClr val="FF0000"/>
                </a:solidFill>
                <a:latin typeface="+mn-lt"/>
              </a:rPr>
              <a:t>LiteratureSurvey</a:t>
            </a:r>
            <a:endParaRPr lang="en-US" dirty="0">
              <a:solidFill>
                <a:srgbClr val="FF0000"/>
              </a:solidFill>
              <a:latin typeface="+mn-l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68088516"/>
              </p:ext>
            </p:extLst>
          </p:nvPr>
        </p:nvGraphicFramePr>
        <p:xfrm>
          <a:off x="622598" y="1295658"/>
          <a:ext cx="10800217" cy="5599593"/>
        </p:xfrm>
        <a:graphic>
          <a:graphicData uri="http://schemas.openxmlformats.org/drawingml/2006/table">
            <a:tbl>
              <a:tblPr firstRow="1" bandRow="1">
                <a:tableStyleId>{5C22544A-7EE6-4342-B048-85BDC9FD1C3A}</a:tableStyleId>
              </a:tblPr>
              <a:tblGrid>
                <a:gridCol w="2023249">
                  <a:extLst>
                    <a:ext uri="{9D8B030D-6E8A-4147-A177-3AD203B41FA5}">
                      <a16:colId xmlns:a16="http://schemas.microsoft.com/office/drawing/2014/main" val="20000"/>
                    </a:ext>
                  </a:extLst>
                </a:gridCol>
                <a:gridCol w="2194242">
                  <a:extLst>
                    <a:ext uri="{9D8B030D-6E8A-4147-A177-3AD203B41FA5}">
                      <a16:colId xmlns:a16="http://schemas.microsoft.com/office/drawing/2014/main" val="20001"/>
                    </a:ext>
                  </a:extLst>
                </a:gridCol>
                <a:gridCol w="2194242">
                  <a:extLst>
                    <a:ext uri="{9D8B030D-6E8A-4147-A177-3AD203B41FA5}">
                      <a16:colId xmlns:a16="http://schemas.microsoft.com/office/drawing/2014/main" val="20002"/>
                    </a:ext>
                  </a:extLst>
                </a:gridCol>
                <a:gridCol w="2194242">
                  <a:extLst>
                    <a:ext uri="{9D8B030D-6E8A-4147-A177-3AD203B41FA5}">
                      <a16:colId xmlns:a16="http://schemas.microsoft.com/office/drawing/2014/main" val="20003"/>
                    </a:ext>
                  </a:extLst>
                </a:gridCol>
                <a:gridCol w="2194242">
                  <a:extLst>
                    <a:ext uri="{9D8B030D-6E8A-4147-A177-3AD203B41FA5}">
                      <a16:colId xmlns:a16="http://schemas.microsoft.com/office/drawing/2014/main" val="20004"/>
                    </a:ext>
                  </a:extLst>
                </a:gridCol>
              </a:tblGrid>
              <a:tr h="938517">
                <a:tc>
                  <a:txBody>
                    <a:bodyPr/>
                    <a:lstStyle/>
                    <a:p>
                      <a:pPr algn="just">
                        <a:lnSpc>
                          <a:spcPct val="115000"/>
                        </a:lnSpc>
                        <a:spcAft>
                          <a:spcPts val="0"/>
                        </a:spcAft>
                      </a:pPr>
                      <a:r>
                        <a:rPr lang="en-US" sz="1800" b="1" dirty="0" err="1">
                          <a:latin typeface="+mn-lt"/>
                          <a:ea typeface="Calibri"/>
                          <a:cs typeface="Calibri"/>
                        </a:rPr>
                        <a:t>Sl.No</a:t>
                      </a:r>
                      <a:endParaRPr lang="en-US" sz="1800" dirty="0">
                        <a:latin typeface="+mn-lt"/>
                        <a:ea typeface="Calibri"/>
                        <a:cs typeface="Times New Roman"/>
                      </a:endParaRPr>
                    </a:p>
                  </a:txBody>
                  <a:tcPr marL="68579" marR="68579" marT="0" marB="0"/>
                </a:tc>
                <a:tc>
                  <a:txBody>
                    <a:bodyPr/>
                    <a:lstStyle/>
                    <a:p>
                      <a:pPr algn="just">
                        <a:lnSpc>
                          <a:spcPct val="115000"/>
                        </a:lnSpc>
                        <a:spcAft>
                          <a:spcPts val="0"/>
                        </a:spcAft>
                      </a:pPr>
                      <a:r>
                        <a:rPr lang="en-US" sz="1800" b="1" dirty="0">
                          <a:latin typeface="+mn-lt"/>
                          <a:ea typeface="Calibri"/>
                          <a:cs typeface="Calibri"/>
                        </a:rPr>
                        <a:t>Paper Title</a:t>
                      </a:r>
                      <a:endParaRPr lang="en-US" sz="1800" dirty="0">
                        <a:latin typeface="+mn-lt"/>
                        <a:ea typeface="Calibri"/>
                        <a:cs typeface="Times New Roman"/>
                      </a:endParaRPr>
                    </a:p>
                  </a:txBody>
                  <a:tcPr marL="68579" marR="68579" marT="0" marB="0"/>
                </a:tc>
                <a:tc>
                  <a:txBody>
                    <a:bodyPr/>
                    <a:lstStyle/>
                    <a:p>
                      <a:pPr algn="just">
                        <a:lnSpc>
                          <a:spcPct val="115000"/>
                        </a:lnSpc>
                        <a:spcAft>
                          <a:spcPts val="0"/>
                        </a:spcAft>
                      </a:pPr>
                      <a:r>
                        <a:rPr lang="en-US" sz="1800" b="1" dirty="0">
                          <a:latin typeface="+mn-lt"/>
                          <a:ea typeface="Calibri"/>
                          <a:cs typeface="Calibri"/>
                        </a:rPr>
                        <a:t>Objective</a:t>
                      </a:r>
                      <a:endParaRPr lang="en-US" sz="1800" dirty="0">
                        <a:latin typeface="+mn-lt"/>
                        <a:ea typeface="Calibri"/>
                        <a:cs typeface="Times New Roman"/>
                      </a:endParaRPr>
                    </a:p>
                  </a:txBody>
                  <a:tcPr marL="68579" marR="68579" marT="0" marB="0"/>
                </a:tc>
                <a:tc>
                  <a:txBody>
                    <a:bodyPr/>
                    <a:lstStyle/>
                    <a:p>
                      <a:pPr algn="just">
                        <a:lnSpc>
                          <a:spcPct val="115000"/>
                        </a:lnSpc>
                        <a:spcAft>
                          <a:spcPts val="0"/>
                        </a:spcAft>
                      </a:pPr>
                      <a:r>
                        <a:rPr lang="en-US" sz="1800" b="1" dirty="0">
                          <a:latin typeface="+mn-lt"/>
                          <a:ea typeface="Calibri"/>
                          <a:cs typeface="Calibri"/>
                        </a:rPr>
                        <a:t>Methods/Techniques/</a:t>
                      </a:r>
                      <a:endParaRPr lang="en-US" sz="1800" dirty="0">
                        <a:latin typeface="+mn-lt"/>
                        <a:ea typeface="Calibri"/>
                        <a:cs typeface="Times New Roman"/>
                      </a:endParaRPr>
                    </a:p>
                    <a:p>
                      <a:pPr algn="just">
                        <a:lnSpc>
                          <a:spcPct val="115000"/>
                        </a:lnSpc>
                        <a:spcAft>
                          <a:spcPts val="0"/>
                        </a:spcAft>
                      </a:pPr>
                      <a:r>
                        <a:rPr lang="en-US" sz="1800" b="1" dirty="0">
                          <a:latin typeface="+mn-lt"/>
                          <a:ea typeface="Calibri"/>
                          <a:cs typeface="Calibri"/>
                        </a:rPr>
                        <a:t>Algorithm used </a:t>
                      </a:r>
                      <a:endParaRPr lang="en-US" sz="1800" dirty="0">
                        <a:latin typeface="+mn-lt"/>
                        <a:ea typeface="Calibri"/>
                        <a:cs typeface="Times New Roman"/>
                      </a:endParaRPr>
                    </a:p>
                  </a:txBody>
                  <a:tcPr marL="68579" marR="68579" marT="0" marB="0"/>
                </a:tc>
                <a:tc>
                  <a:txBody>
                    <a:bodyPr/>
                    <a:lstStyle/>
                    <a:p>
                      <a:pPr algn="just">
                        <a:lnSpc>
                          <a:spcPct val="115000"/>
                        </a:lnSpc>
                        <a:spcAft>
                          <a:spcPts val="0"/>
                        </a:spcAft>
                      </a:pPr>
                      <a:r>
                        <a:rPr lang="en-US" sz="1800" b="1" dirty="0">
                          <a:latin typeface="+mn-lt"/>
                          <a:ea typeface="Calibri"/>
                          <a:cs typeface="Calibri"/>
                        </a:rPr>
                        <a:t>Limitations /Disadvantages/Remarks</a:t>
                      </a:r>
                      <a:endParaRPr lang="en-US" sz="1800" dirty="0">
                        <a:latin typeface="+mn-lt"/>
                        <a:ea typeface="Calibri"/>
                        <a:cs typeface="Times New Roman"/>
                      </a:endParaRPr>
                    </a:p>
                  </a:txBody>
                  <a:tcPr marL="68579" marR="68579" marT="0" marB="0"/>
                </a:tc>
                <a:extLst>
                  <a:ext uri="{0D108BD9-81ED-4DB2-BD59-A6C34878D82A}">
                    <a16:rowId xmlns:a16="http://schemas.microsoft.com/office/drawing/2014/main" val="10000"/>
                  </a:ext>
                </a:extLst>
              </a:tr>
              <a:tr h="2158363">
                <a:tc>
                  <a:txBody>
                    <a:bodyPr/>
                    <a:lstStyle/>
                    <a:p>
                      <a:pPr algn="just">
                        <a:lnSpc>
                          <a:spcPct val="115000"/>
                        </a:lnSpc>
                        <a:spcAft>
                          <a:spcPts val="0"/>
                        </a:spcAft>
                      </a:pPr>
                      <a:r>
                        <a:rPr lang="en-US" sz="1800" dirty="0">
                          <a:latin typeface="+mn-lt"/>
                          <a:ea typeface="Calibri"/>
                          <a:cs typeface="Calibri"/>
                        </a:rPr>
                        <a:t>1.</a:t>
                      </a:r>
                      <a:endParaRPr lang="en-US" sz="1800" dirty="0">
                        <a:latin typeface="+mn-lt"/>
                        <a:ea typeface="Calibri"/>
                        <a:cs typeface="Times New Roman"/>
                      </a:endParaRPr>
                    </a:p>
                  </a:txBody>
                  <a:tcPr marL="68579" marR="68579" marT="0" marB="0"/>
                </a:tc>
                <a:tc>
                  <a:txBody>
                    <a:bodyPr/>
                    <a:lstStyle/>
                    <a:p>
                      <a:pPr marL="285750" indent="-285750" algn="l">
                        <a:lnSpc>
                          <a:spcPct val="115000"/>
                        </a:lnSpc>
                        <a:spcAft>
                          <a:spcPts val="0"/>
                        </a:spcAft>
                        <a:buFont typeface="Arial" panose="020B0604020202020204" pitchFamily="34" charset="0"/>
                        <a:buChar char="•"/>
                      </a:pPr>
                      <a:r>
                        <a:rPr lang="en-US" sz="1800" dirty="0"/>
                        <a:t>Musical instrument recognition using cepstral coefficients and temporal features</a:t>
                      </a:r>
                      <a:endParaRPr lang="en-US" sz="1800" dirty="0">
                        <a:latin typeface="+mn-lt"/>
                        <a:ea typeface="Calibri"/>
                        <a:cs typeface="Times New Roman"/>
                      </a:endParaRPr>
                    </a:p>
                  </a:txBody>
                  <a:tcPr marL="68579" marR="68579" marT="0" marB="0"/>
                </a:tc>
                <a:tc>
                  <a:txBody>
                    <a:bodyPr/>
                    <a:lstStyle/>
                    <a:p>
                      <a:pPr marL="285750" indent="-285750" algn="l">
                        <a:lnSpc>
                          <a:spcPct val="115000"/>
                        </a:lnSpc>
                        <a:spcAft>
                          <a:spcPts val="0"/>
                        </a:spcAft>
                        <a:buFont typeface="Arial" panose="020B0604020202020204" pitchFamily="34" charset="0"/>
                        <a:buChar char="•"/>
                      </a:pPr>
                      <a:r>
                        <a:rPr lang="en-US" sz="1800" dirty="0"/>
                        <a:t>To recognize musical instruments using cepstral coefficients.</a:t>
                      </a:r>
                    </a:p>
                    <a:p>
                      <a:pPr marL="285750" indent="-285750" algn="l">
                        <a:lnSpc>
                          <a:spcPct val="115000"/>
                        </a:lnSpc>
                        <a:spcAft>
                          <a:spcPts val="0"/>
                        </a:spcAft>
                        <a:buFont typeface="Arial" panose="020B0604020202020204" pitchFamily="34" charset="0"/>
                        <a:buChar char="•"/>
                      </a:pPr>
                      <a:r>
                        <a:rPr lang="en-US" sz="1800" dirty="0"/>
                        <a:t> temporal features</a:t>
                      </a:r>
                      <a:endParaRPr lang="en-US" sz="1800" dirty="0">
                        <a:latin typeface="+mn-lt"/>
                        <a:ea typeface="Calibri"/>
                        <a:cs typeface="Times New Roman"/>
                      </a:endParaRPr>
                    </a:p>
                  </a:txBody>
                  <a:tcPr marL="68579" marR="68579" marT="0" marB="0"/>
                </a:tc>
                <a:tc>
                  <a:txBody>
                    <a:bodyPr/>
                    <a:lstStyle/>
                    <a:p>
                      <a:pPr marL="285750" indent="-285750" algn="l">
                        <a:lnSpc>
                          <a:spcPct val="115000"/>
                        </a:lnSpc>
                        <a:spcAft>
                          <a:spcPts val="0"/>
                        </a:spcAft>
                        <a:buFont typeface="Arial" panose="020B0604020202020204" pitchFamily="34" charset="0"/>
                        <a:buChar char="•"/>
                      </a:pPr>
                      <a:r>
                        <a:rPr lang="en-US" sz="1800" dirty="0"/>
                        <a:t>FFT-based spectral features.</a:t>
                      </a:r>
                    </a:p>
                    <a:p>
                      <a:pPr marL="285750" indent="-285750" algn="l">
                        <a:lnSpc>
                          <a:spcPct val="115000"/>
                        </a:lnSpc>
                        <a:spcAft>
                          <a:spcPts val="0"/>
                        </a:spcAft>
                        <a:buFont typeface="Arial" panose="020B0604020202020204" pitchFamily="34" charset="0"/>
                        <a:buChar char="•"/>
                      </a:pPr>
                      <a:r>
                        <a:rPr lang="en-US" sz="1800" dirty="0"/>
                        <a:t> Temporal feature extraction</a:t>
                      </a:r>
                      <a:endParaRPr lang="en-US" sz="1800" dirty="0">
                        <a:latin typeface="+mn-lt"/>
                        <a:ea typeface="Calibri"/>
                        <a:cs typeface="Times New Roman"/>
                      </a:endParaRPr>
                    </a:p>
                  </a:txBody>
                  <a:tcPr marL="68579" marR="68579" marT="0" marB="0"/>
                </a:tc>
                <a:tc>
                  <a:txBody>
                    <a:bodyPr/>
                    <a:lstStyle/>
                    <a:p>
                      <a:pPr marL="285750" indent="-285750" algn="l">
                        <a:lnSpc>
                          <a:spcPct val="115000"/>
                        </a:lnSpc>
                        <a:spcAft>
                          <a:spcPts val="0"/>
                        </a:spcAft>
                        <a:buFont typeface="Arial" panose="020B0604020202020204" pitchFamily="34" charset="0"/>
                        <a:buChar char="•"/>
                      </a:pPr>
                      <a:r>
                        <a:rPr lang="en-US" sz="1800" dirty="0"/>
                        <a:t>Limited by environmental noise, needs high-quality recordings</a:t>
                      </a:r>
                      <a:endParaRPr lang="en-US" sz="1800" dirty="0">
                        <a:latin typeface="+mn-lt"/>
                        <a:ea typeface="Calibri"/>
                        <a:cs typeface="Times New Roman"/>
                      </a:endParaRPr>
                    </a:p>
                  </a:txBody>
                  <a:tcPr marL="68579" marR="68579" marT="0" marB="0"/>
                </a:tc>
                <a:extLst>
                  <a:ext uri="{0D108BD9-81ED-4DB2-BD59-A6C34878D82A}">
                    <a16:rowId xmlns:a16="http://schemas.microsoft.com/office/drawing/2014/main" val="10001"/>
                  </a:ext>
                </a:extLst>
              </a:tr>
              <a:tr h="2502713">
                <a:tc>
                  <a:txBody>
                    <a:bodyPr/>
                    <a:lstStyle/>
                    <a:p>
                      <a:pPr algn="just">
                        <a:lnSpc>
                          <a:spcPct val="115000"/>
                        </a:lnSpc>
                        <a:spcAft>
                          <a:spcPts val="0"/>
                        </a:spcAft>
                      </a:pPr>
                      <a:r>
                        <a:rPr lang="en-US" sz="1800" dirty="0">
                          <a:latin typeface="+mn-lt"/>
                          <a:ea typeface="Calibri"/>
                          <a:cs typeface="Calibri"/>
                        </a:rPr>
                        <a:t>2.</a:t>
                      </a:r>
                      <a:endParaRPr lang="en-US" sz="1800" dirty="0">
                        <a:latin typeface="+mn-lt"/>
                        <a:ea typeface="Calibri"/>
                        <a:cs typeface="Times New Roman"/>
                      </a:endParaRPr>
                    </a:p>
                  </a:txBody>
                  <a:tcPr marL="68579" marR="68579" marT="0" marB="0"/>
                </a:tc>
                <a:tc>
                  <a:txBody>
                    <a:bodyPr/>
                    <a:lstStyle/>
                    <a:p>
                      <a:pPr marL="285750" indent="-285750" algn="l">
                        <a:lnSpc>
                          <a:spcPct val="115000"/>
                        </a:lnSpc>
                        <a:spcAft>
                          <a:spcPts val="0"/>
                        </a:spcAft>
                        <a:buFont typeface="Arial" panose="020B0604020202020204" pitchFamily="34" charset="0"/>
                        <a:buChar char="•"/>
                      </a:pPr>
                      <a:r>
                        <a:rPr lang="en-US" sz="1800" dirty="0"/>
                        <a:t>Musical instrument recognition using biologically inspired filtering of temporal dictionary atoms</a:t>
                      </a:r>
                      <a:endParaRPr lang="en-US" sz="1800" dirty="0">
                        <a:latin typeface="+mn-lt"/>
                        <a:ea typeface="Calibri"/>
                        <a:cs typeface="Times New Roman"/>
                      </a:endParaRPr>
                    </a:p>
                  </a:txBody>
                  <a:tcPr marL="68579" marR="68579" marT="0" marB="0"/>
                </a:tc>
                <a:tc>
                  <a:txBody>
                    <a:bodyPr/>
                    <a:lstStyle/>
                    <a:p>
                      <a:pPr marL="285750" indent="-285750" algn="l">
                        <a:lnSpc>
                          <a:spcPct val="115000"/>
                        </a:lnSpc>
                        <a:spcAft>
                          <a:spcPts val="0"/>
                        </a:spcAft>
                        <a:buFont typeface="Arial" panose="020B0604020202020204" pitchFamily="34" charset="0"/>
                        <a:buChar char="•"/>
                      </a:pPr>
                      <a:r>
                        <a:rPr lang="en-US" sz="1800" dirty="0"/>
                        <a:t>To develop a biologically inspired filtering method for musical instrument recognition</a:t>
                      </a:r>
                      <a:endParaRPr lang="en-US" sz="1800" dirty="0">
                        <a:latin typeface="+mn-lt"/>
                        <a:ea typeface="Calibri"/>
                        <a:cs typeface="Times New Roman"/>
                      </a:endParaRPr>
                    </a:p>
                  </a:txBody>
                  <a:tcPr marL="68579" marR="68579" marT="0" marB="0"/>
                </a:tc>
                <a:tc>
                  <a:txBody>
                    <a:bodyPr/>
                    <a:lstStyle/>
                    <a:p>
                      <a:pPr marL="285750" indent="-285750" algn="just">
                        <a:lnSpc>
                          <a:spcPct val="115000"/>
                        </a:lnSpc>
                        <a:spcAft>
                          <a:spcPts val="0"/>
                        </a:spcAft>
                        <a:buFont typeface="Arial" panose="020B0604020202020204" pitchFamily="34" charset="0"/>
                        <a:buChar char="•"/>
                      </a:pPr>
                      <a:r>
                        <a:rPr lang="en-US" sz="1800" dirty="0"/>
                        <a:t>Biologically inspired filtering of temporal dictionary atoms.</a:t>
                      </a:r>
                    </a:p>
                    <a:p>
                      <a:pPr marL="285750" indent="-285750" algn="just">
                        <a:lnSpc>
                          <a:spcPct val="115000"/>
                        </a:lnSpc>
                        <a:spcAft>
                          <a:spcPts val="0"/>
                        </a:spcAft>
                        <a:buFont typeface="Arial" panose="020B0604020202020204" pitchFamily="34" charset="0"/>
                        <a:buChar char="•"/>
                      </a:pPr>
                      <a:r>
                        <a:rPr lang="en-IN" sz="1800" dirty="0"/>
                        <a:t> Short-Time Fourier Transform (STFT)</a:t>
                      </a:r>
                      <a:endParaRPr lang="en-US" sz="1800" dirty="0">
                        <a:latin typeface="+mn-lt"/>
                        <a:ea typeface="Calibri"/>
                        <a:cs typeface="Times New Roman"/>
                      </a:endParaRPr>
                    </a:p>
                  </a:txBody>
                  <a:tcPr marL="68579" marR="68579" marT="0" marB="0"/>
                </a:tc>
                <a:tc>
                  <a:txBody>
                    <a:bodyPr/>
                    <a:lstStyle/>
                    <a:p>
                      <a:pPr marL="285750" indent="-285750" algn="l">
                        <a:buFont typeface="Arial" panose="020B0604020202020204" pitchFamily="34" charset="0"/>
                        <a:buChar char="•"/>
                      </a:pPr>
                      <a:r>
                        <a:rPr lang="en-US" sz="1800" dirty="0"/>
                        <a:t>Limited to specific instruments, does not handle polyphony well</a:t>
                      </a:r>
                      <a:endParaRPr lang="en-US" sz="1800" dirty="0">
                        <a:latin typeface="+mn-lt"/>
                        <a:ea typeface="Times New Roman"/>
                        <a:cs typeface="Times New Roman"/>
                      </a:endParaRPr>
                    </a:p>
                  </a:txBody>
                  <a:tcPr marL="68579" marR="68579" marT="0" marB="0"/>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063854840"/>
              </p:ext>
            </p:extLst>
          </p:nvPr>
        </p:nvGraphicFramePr>
        <p:xfrm>
          <a:off x="622598" y="1679575"/>
          <a:ext cx="10958212" cy="2448306"/>
        </p:xfrm>
        <a:graphic>
          <a:graphicData uri="http://schemas.openxmlformats.org/drawingml/2006/table">
            <a:tbl>
              <a:tblPr firstRow="1" bandRow="1">
                <a:tableStyleId>{5C22544A-7EE6-4342-B048-85BDC9FD1C3A}</a:tableStyleId>
              </a:tblPr>
              <a:tblGrid>
                <a:gridCol w="2160240">
                  <a:extLst>
                    <a:ext uri="{9D8B030D-6E8A-4147-A177-3AD203B41FA5}">
                      <a16:colId xmlns:a16="http://schemas.microsoft.com/office/drawing/2014/main" val="20000"/>
                    </a:ext>
                  </a:extLst>
                </a:gridCol>
                <a:gridCol w="2215246">
                  <a:extLst>
                    <a:ext uri="{9D8B030D-6E8A-4147-A177-3AD203B41FA5}">
                      <a16:colId xmlns:a16="http://schemas.microsoft.com/office/drawing/2014/main" val="20001"/>
                    </a:ext>
                  </a:extLst>
                </a:gridCol>
                <a:gridCol w="2194242">
                  <a:extLst>
                    <a:ext uri="{9D8B030D-6E8A-4147-A177-3AD203B41FA5}">
                      <a16:colId xmlns:a16="http://schemas.microsoft.com/office/drawing/2014/main" val="20002"/>
                    </a:ext>
                  </a:extLst>
                </a:gridCol>
                <a:gridCol w="2194242">
                  <a:extLst>
                    <a:ext uri="{9D8B030D-6E8A-4147-A177-3AD203B41FA5}">
                      <a16:colId xmlns:a16="http://schemas.microsoft.com/office/drawing/2014/main" val="20003"/>
                    </a:ext>
                  </a:extLst>
                </a:gridCol>
                <a:gridCol w="2194242">
                  <a:extLst>
                    <a:ext uri="{9D8B030D-6E8A-4147-A177-3AD203B41FA5}">
                      <a16:colId xmlns:a16="http://schemas.microsoft.com/office/drawing/2014/main" val="20004"/>
                    </a:ext>
                  </a:extLst>
                </a:gridCol>
              </a:tblGrid>
              <a:tr h="2448306">
                <a:tc>
                  <a:txBody>
                    <a:bodyPr/>
                    <a:lstStyle/>
                    <a:p>
                      <a:pPr algn="just">
                        <a:lnSpc>
                          <a:spcPct val="115000"/>
                        </a:lnSpc>
                        <a:spcAft>
                          <a:spcPts val="0"/>
                        </a:spcAft>
                      </a:pPr>
                      <a:r>
                        <a:rPr lang="en-US" sz="1800" b="0" dirty="0">
                          <a:solidFill>
                            <a:schemeClr val="tx1"/>
                          </a:solidFill>
                          <a:latin typeface="+mn-lt"/>
                          <a:ea typeface="Calibri"/>
                          <a:cs typeface="Calibri"/>
                        </a:rPr>
                        <a:t>3.</a:t>
                      </a:r>
                      <a:endParaRPr lang="en-US" sz="1800" b="0" dirty="0">
                        <a:solidFill>
                          <a:schemeClr val="tx1"/>
                        </a:solidFill>
                        <a:latin typeface="+mn-lt"/>
                        <a:ea typeface="Calibri"/>
                        <a:cs typeface="Times New Roman"/>
                      </a:endParaRPr>
                    </a:p>
                  </a:txBody>
                  <a:tcPr marL="68579" marR="68579" marT="0" marB="0">
                    <a:solidFill>
                      <a:schemeClr val="tx2">
                        <a:lumMod val="20000"/>
                        <a:lumOff val="80000"/>
                      </a:schemeClr>
                    </a:solidFill>
                  </a:tcPr>
                </a:tc>
                <a:tc>
                  <a:txBody>
                    <a:bodyPr/>
                    <a:lstStyle/>
                    <a:p>
                      <a:pPr marL="285750" indent="-285750" algn="l">
                        <a:lnSpc>
                          <a:spcPct val="115000"/>
                        </a:lnSpc>
                        <a:spcAft>
                          <a:spcPts val="0"/>
                        </a:spcAft>
                        <a:buFont typeface="Arial" panose="020B0604020202020204" pitchFamily="34" charset="0"/>
                        <a:buChar char="•"/>
                      </a:pPr>
                      <a:r>
                        <a:rPr lang="en-US" sz="1800" b="0" dirty="0">
                          <a:solidFill>
                            <a:schemeClr val="tx1"/>
                          </a:solidFill>
                        </a:rPr>
                        <a:t>Hierarchical classification for instrument activity detection in orchestral music recordings</a:t>
                      </a:r>
                      <a:endParaRPr lang="en-US" sz="1800" b="0" dirty="0">
                        <a:solidFill>
                          <a:schemeClr val="tx1"/>
                        </a:solidFill>
                        <a:latin typeface="+mn-lt"/>
                        <a:ea typeface="Calibri"/>
                        <a:cs typeface="Times New Roman"/>
                      </a:endParaRPr>
                    </a:p>
                  </a:txBody>
                  <a:tcPr marL="68579" marR="68579" marT="0" marB="0">
                    <a:solidFill>
                      <a:schemeClr val="tx2">
                        <a:lumMod val="20000"/>
                        <a:lumOff val="80000"/>
                      </a:schemeClr>
                    </a:solidFill>
                  </a:tcPr>
                </a:tc>
                <a:tc>
                  <a:txBody>
                    <a:bodyPr/>
                    <a:lstStyle/>
                    <a:p>
                      <a:pPr marL="285750" indent="-285750" algn="l">
                        <a:buFont typeface="Arial" panose="020B0604020202020204" pitchFamily="34" charset="0"/>
                        <a:buChar char="•"/>
                      </a:pPr>
                      <a:r>
                        <a:rPr lang="en-US" sz="1800" b="0" dirty="0">
                          <a:solidFill>
                            <a:schemeClr val="tx1"/>
                          </a:solidFill>
                        </a:rPr>
                        <a:t>Develops a hierarchical classification for detecting instrument activity in orchestral music</a:t>
                      </a:r>
                      <a:endParaRPr lang="en-US" sz="1800" b="0" dirty="0">
                        <a:solidFill>
                          <a:schemeClr val="tx1"/>
                        </a:solidFill>
                        <a:latin typeface="+mn-lt"/>
                        <a:ea typeface="Times New Roman"/>
                        <a:cs typeface="Times New Roman"/>
                      </a:endParaRPr>
                    </a:p>
                  </a:txBody>
                  <a:tcPr marL="68579" marR="68579" marT="0" marB="0">
                    <a:solidFill>
                      <a:schemeClr val="tx2">
                        <a:lumMod val="20000"/>
                        <a:lumOff val="80000"/>
                      </a:schemeClr>
                    </a:solidFill>
                  </a:tcPr>
                </a:tc>
                <a:tc>
                  <a:txBody>
                    <a:bodyPr/>
                    <a:lstStyle/>
                    <a:p>
                      <a:pPr marL="285750" indent="-285750" algn="l">
                        <a:buFont typeface="Arial" panose="020B0604020202020204" pitchFamily="34" charset="0"/>
                        <a:buChar char="•"/>
                      </a:pPr>
                      <a:r>
                        <a:rPr lang="en-US" sz="1800" b="0" dirty="0">
                          <a:solidFill>
                            <a:schemeClr val="tx1"/>
                          </a:solidFill>
                        </a:rPr>
                        <a:t>Utilizes a hierarchical classification system with temporal and spectral features.</a:t>
                      </a:r>
                    </a:p>
                    <a:p>
                      <a:pPr marL="285750" indent="-285750" algn="l">
                        <a:buFont typeface="Arial" panose="020B0604020202020204" pitchFamily="34" charset="0"/>
                        <a:buChar char="•"/>
                      </a:pPr>
                      <a:r>
                        <a:rPr lang="en-US" sz="1800" b="0" dirty="0">
                          <a:solidFill>
                            <a:schemeClr val="tx1"/>
                          </a:solidFill>
                        </a:rPr>
                        <a:t> including FFT and MFCC</a:t>
                      </a:r>
                      <a:endParaRPr lang="en-US" sz="1800" b="0" dirty="0">
                        <a:solidFill>
                          <a:schemeClr val="tx1"/>
                        </a:solidFill>
                        <a:latin typeface="+mn-lt"/>
                        <a:ea typeface="Times New Roman"/>
                        <a:cs typeface="Times New Roman"/>
                      </a:endParaRPr>
                    </a:p>
                  </a:txBody>
                  <a:tcPr marL="68579" marR="68579" marT="0" marB="0">
                    <a:solidFill>
                      <a:schemeClr val="tx2">
                        <a:lumMod val="20000"/>
                        <a:lumOff val="80000"/>
                      </a:schemeClr>
                    </a:solidFill>
                  </a:tcPr>
                </a:tc>
                <a:tc>
                  <a:txBody>
                    <a:bodyPr/>
                    <a:lstStyle/>
                    <a:p>
                      <a:pPr marL="285750" indent="-285750" algn="l">
                        <a:buFont typeface="Arial" panose="020B0604020202020204" pitchFamily="34" charset="0"/>
                        <a:buChar char="•"/>
                      </a:pPr>
                      <a:r>
                        <a:rPr lang="en-US" sz="1800" b="0" dirty="0">
                          <a:solidFill>
                            <a:schemeClr val="tx1"/>
                          </a:solidFill>
                        </a:rPr>
                        <a:t>Struggles with detecting overlapping instrument sounds in complex music</a:t>
                      </a:r>
                      <a:endParaRPr lang="en-US" sz="1800" b="0" dirty="0">
                        <a:solidFill>
                          <a:schemeClr val="tx1"/>
                        </a:solidFill>
                        <a:latin typeface="+mn-lt"/>
                        <a:ea typeface="Times New Roman"/>
                        <a:cs typeface="Times New Roman"/>
                      </a:endParaRPr>
                    </a:p>
                  </a:txBody>
                  <a:tcPr marL="68579" marR="68579" marT="0" marB="0">
                    <a:solidFill>
                      <a:schemeClr val="tx2">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2" name="Table 1">
            <a:extLst>
              <a:ext uri="{FF2B5EF4-FFF2-40B4-BE49-F238E27FC236}">
                <a16:creationId xmlns:a16="http://schemas.microsoft.com/office/drawing/2014/main" id="{2F9A4520-DCAC-3D3B-711B-213DBAFE3D0B}"/>
              </a:ext>
            </a:extLst>
          </p:cNvPr>
          <p:cNvGraphicFramePr>
            <a:graphicFrameLocks noGrp="1"/>
          </p:cNvGraphicFramePr>
          <p:nvPr>
            <p:extLst>
              <p:ext uri="{D42A27DB-BD31-4B8C-83A1-F6EECF244321}">
                <p14:modId xmlns:p14="http://schemas.microsoft.com/office/powerpoint/2010/main" val="2263171778"/>
              </p:ext>
            </p:extLst>
          </p:nvPr>
        </p:nvGraphicFramePr>
        <p:xfrm>
          <a:off x="622598" y="4127881"/>
          <a:ext cx="10958212" cy="2189874"/>
        </p:xfrm>
        <a:graphic>
          <a:graphicData uri="http://schemas.openxmlformats.org/drawingml/2006/table">
            <a:tbl>
              <a:tblPr firstRow="1" bandRow="1">
                <a:tableStyleId>{5C22544A-7EE6-4342-B048-85BDC9FD1C3A}</a:tableStyleId>
              </a:tblPr>
              <a:tblGrid>
                <a:gridCol w="2181244">
                  <a:extLst>
                    <a:ext uri="{9D8B030D-6E8A-4147-A177-3AD203B41FA5}">
                      <a16:colId xmlns:a16="http://schemas.microsoft.com/office/drawing/2014/main" val="4009558984"/>
                    </a:ext>
                  </a:extLst>
                </a:gridCol>
                <a:gridCol w="2194242">
                  <a:extLst>
                    <a:ext uri="{9D8B030D-6E8A-4147-A177-3AD203B41FA5}">
                      <a16:colId xmlns:a16="http://schemas.microsoft.com/office/drawing/2014/main" val="1611956722"/>
                    </a:ext>
                  </a:extLst>
                </a:gridCol>
                <a:gridCol w="2194242">
                  <a:extLst>
                    <a:ext uri="{9D8B030D-6E8A-4147-A177-3AD203B41FA5}">
                      <a16:colId xmlns:a16="http://schemas.microsoft.com/office/drawing/2014/main" val="4268463986"/>
                    </a:ext>
                  </a:extLst>
                </a:gridCol>
                <a:gridCol w="2194242">
                  <a:extLst>
                    <a:ext uri="{9D8B030D-6E8A-4147-A177-3AD203B41FA5}">
                      <a16:colId xmlns:a16="http://schemas.microsoft.com/office/drawing/2014/main" val="2932021980"/>
                    </a:ext>
                  </a:extLst>
                </a:gridCol>
                <a:gridCol w="2194242">
                  <a:extLst>
                    <a:ext uri="{9D8B030D-6E8A-4147-A177-3AD203B41FA5}">
                      <a16:colId xmlns:a16="http://schemas.microsoft.com/office/drawing/2014/main" val="221242883"/>
                    </a:ext>
                  </a:extLst>
                </a:gridCol>
              </a:tblGrid>
              <a:tr h="2189874">
                <a:tc>
                  <a:txBody>
                    <a:bodyPr/>
                    <a:lstStyle/>
                    <a:p>
                      <a:pPr algn="just">
                        <a:lnSpc>
                          <a:spcPct val="115000"/>
                        </a:lnSpc>
                        <a:spcAft>
                          <a:spcPts val="0"/>
                        </a:spcAft>
                      </a:pPr>
                      <a:r>
                        <a:rPr lang="en-US" sz="1800" b="0" dirty="0">
                          <a:solidFill>
                            <a:schemeClr val="tx1"/>
                          </a:solidFill>
                          <a:latin typeface="+mn-lt"/>
                          <a:ea typeface="Calibri"/>
                          <a:cs typeface="Calibri"/>
                        </a:rPr>
                        <a:t>4.</a:t>
                      </a:r>
                      <a:endParaRPr lang="en-US" sz="1800" b="0" dirty="0">
                        <a:solidFill>
                          <a:schemeClr val="tx1"/>
                        </a:solidFill>
                        <a:latin typeface="+mn-lt"/>
                        <a:ea typeface="Calibri"/>
                        <a:cs typeface="Times New Roman"/>
                      </a:endParaRPr>
                    </a:p>
                  </a:txBody>
                  <a:tcPr marL="68579" marR="68579" marT="0" marB="0">
                    <a:solidFill>
                      <a:schemeClr val="accent1">
                        <a:lumMod val="40000"/>
                        <a:lumOff val="60000"/>
                      </a:schemeClr>
                    </a:solidFill>
                  </a:tcPr>
                </a:tc>
                <a:tc>
                  <a:txBody>
                    <a:bodyPr/>
                    <a:lstStyle/>
                    <a:p>
                      <a:pPr marL="285750" indent="-285750" algn="l">
                        <a:lnSpc>
                          <a:spcPct val="115000"/>
                        </a:lnSpc>
                        <a:spcAft>
                          <a:spcPts val="0"/>
                        </a:spcAft>
                        <a:buFont typeface="Arial" panose="020B0604020202020204" pitchFamily="34" charset="0"/>
                        <a:buChar char="•"/>
                      </a:pPr>
                      <a:r>
                        <a:rPr lang="en-US" sz="1800" b="0" dirty="0">
                          <a:solidFill>
                            <a:schemeClr val="tx1"/>
                          </a:solidFill>
                        </a:rPr>
                        <a:t>Temporal integration for audio classification with application to musical instrument classification</a:t>
                      </a:r>
                      <a:endParaRPr lang="en-US" sz="1800" b="0" dirty="0">
                        <a:solidFill>
                          <a:schemeClr val="tx1"/>
                        </a:solidFill>
                        <a:latin typeface="+mn-lt"/>
                        <a:ea typeface="Calibri"/>
                        <a:cs typeface="Times New Roman"/>
                      </a:endParaRPr>
                    </a:p>
                  </a:txBody>
                  <a:tcPr marL="68579" marR="68579" marT="0" marB="0">
                    <a:solidFill>
                      <a:schemeClr val="accent1">
                        <a:lumMod val="40000"/>
                        <a:lumOff val="60000"/>
                      </a:schemeClr>
                    </a:solidFill>
                  </a:tcPr>
                </a:tc>
                <a:tc>
                  <a:txBody>
                    <a:bodyPr/>
                    <a:lstStyle/>
                    <a:p>
                      <a:pPr marL="285750" indent="-285750" algn="l">
                        <a:lnSpc>
                          <a:spcPct val="115000"/>
                        </a:lnSpc>
                        <a:spcAft>
                          <a:spcPts val="0"/>
                        </a:spcAft>
                        <a:buFont typeface="Arial" panose="020B0604020202020204" pitchFamily="34" charset="0"/>
                        <a:buChar char="•"/>
                      </a:pPr>
                      <a:r>
                        <a:rPr lang="en-US" sz="1800" b="0" dirty="0">
                          <a:solidFill>
                            <a:schemeClr val="tx1"/>
                          </a:solidFill>
                        </a:rPr>
                        <a:t>To improve audio classification by applying temporal integration for instrument classification</a:t>
                      </a:r>
                      <a:endParaRPr lang="en-US" sz="1800" b="0" dirty="0">
                        <a:solidFill>
                          <a:schemeClr val="tx1"/>
                        </a:solidFill>
                        <a:latin typeface="+mn-lt"/>
                        <a:ea typeface="Calibri"/>
                        <a:cs typeface="Times New Roman"/>
                      </a:endParaRPr>
                    </a:p>
                  </a:txBody>
                  <a:tcPr marL="68579" marR="68579" marT="0" marB="0">
                    <a:solidFill>
                      <a:schemeClr val="accent1">
                        <a:lumMod val="40000"/>
                        <a:lumOff val="60000"/>
                      </a:schemeClr>
                    </a:solidFill>
                  </a:tcPr>
                </a:tc>
                <a:tc>
                  <a:txBody>
                    <a:bodyPr/>
                    <a:lstStyle/>
                    <a:p>
                      <a:pPr marL="285750" indent="-285750" algn="l">
                        <a:buFont typeface="Arial" panose="020B0604020202020204" pitchFamily="34" charset="0"/>
                        <a:buChar char="•"/>
                      </a:pPr>
                      <a:r>
                        <a:rPr lang="en-US" sz="1800" b="0" dirty="0">
                          <a:solidFill>
                            <a:schemeClr val="tx1"/>
                          </a:solidFill>
                        </a:rPr>
                        <a:t>Temporal integration, Machine learning-based classification</a:t>
                      </a:r>
                      <a:endParaRPr lang="en-US" sz="1800" b="0" dirty="0">
                        <a:solidFill>
                          <a:schemeClr val="tx1"/>
                        </a:solidFill>
                        <a:latin typeface="+mn-lt"/>
                        <a:ea typeface="Times New Roman"/>
                        <a:cs typeface="Times New Roman"/>
                      </a:endParaRPr>
                    </a:p>
                  </a:txBody>
                  <a:tcPr marL="68579" marR="68579" marT="0" marB="0">
                    <a:solidFill>
                      <a:schemeClr val="accent1">
                        <a:lumMod val="40000"/>
                        <a:lumOff val="60000"/>
                      </a:schemeClr>
                    </a:solidFill>
                  </a:tcPr>
                </a:tc>
                <a:tc>
                  <a:txBody>
                    <a:bodyPr/>
                    <a:lstStyle/>
                    <a:p>
                      <a:pPr marL="285750" indent="-285750" algn="l">
                        <a:buFont typeface="Arial" panose="020B0604020202020204" pitchFamily="34" charset="0"/>
                        <a:buChar char="•"/>
                      </a:pPr>
                      <a:r>
                        <a:rPr lang="en-US" sz="1800" b="0" dirty="0">
                          <a:solidFill>
                            <a:schemeClr val="tx1"/>
                          </a:solidFill>
                        </a:rPr>
                        <a:t>Sensitive to input signal quality and recording conditions</a:t>
                      </a:r>
                      <a:endParaRPr lang="en-US" sz="1800" b="0" dirty="0">
                        <a:solidFill>
                          <a:schemeClr val="tx1"/>
                        </a:solidFill>
                        <a:latin typeface="+mn-lt"/>
                        <a:ea typeface="Times New Roman"/>
                        <a:cs typeface="Times New Roman"/>
                      </a:endParaRPr>
                    </a:p>
                  </a:txBody>
                  <a:tcPr marL="68579" marR="68579" marT="0" marB="0">
                    <a:solidFill>
                      <a:schemeClr val="accent1">
                        <a:lumMod val="40000"/>
                        <a:lumOff val="60000"/>
                      </a:schemeClr>
                    </a:solidFill>
                  </a:tcPr>
                </a:tc>
                <a:extLst>
                  <a:ext uri="{0D108BD9-81ED-4DB2-BD59-A6C34878D82A}">
                    <a16:rowId xmlns:a16="http://schemas.microsoft.com/office/drawing/2014/main" val="110621761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EBB6C-736E-9DD9-B5B7-4EDC504989E0}"/>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0176F3D-2BF3-742D-3DBE-F2793FD0C73B}"/>
              </a:ext>
            </a:extLst>
          </p:cNvPr>
          <p:cNvGraphicFramePr>
            <a:graphicFrameLocks noGrp="1"/>
          </p:cNvGraphicFramePr>
          <p:nvPr>
            <p:ph idx="1"/>
            <p:extLst>
              <p:ext uri="{D42A27DB-BD31-4B8C-83A1-F6EECF244321}">
                <p14:modId xmlns:p14="http://schemas.microsoft.com/office/powerpoint/2010/main" val="3937567809"/>
              </p:ext>
            </p:extLst>
          </p:nvPr>
        </p:nvGraphicFramePr>
        <p:xfrm>
          <a:off x="609600" y="1679575"/>
          <a:ext cx="10971210" cy="4953508"/>
        </p:xfrm>
        <a:graphic>
          <a:graphicData uri="http://schemas.openxmlformats.org/drawingml/2006/table">
            <a:tbl>
              <a:tblPr firstRow="1" bandRow="1">
                <a:tableStyleId>{5C22544A-7EE6-4342-B048-85BDC9FD1C3A}</a:tableStyleId>
              </a:tblPr>
              <a:tblGrid>
                <a:gridCol w="2194242">
                  <a:extLst>
                    <a:ext uri="{9D8B030D-6E8A-4147-A177-3AD203B41FA5}">
                      <a16:colId xmlns:a16="http://schemas.microsoft.com/office/drawing/2014/main" val="20000"/>
                    </a:ext>
                  </a:extLst>
                </a:gridCol>
                <a:gridCol w="2283252">
                  <a:extLst>
                    <a:ext uri="{9D8B030D-6E8A-4147-A177-3AD203B41FA5}">
                      <a16:colId xmlns:a16="http://schemas.microsoft.com/office/drawing/2014/main" val="20001"/>
                    </a:ext>
                  </a:extLst>
                </a:gridCol>
                <a:gridCol w="2105232">
                  <a:extLst>
                    <a:ext uri="{9D8B030D-6E8A-4147-A177-3AD203B41FA5}">
                      <a16:colId xmlns:a16="http://schemas.microsoft.com/office/drawing/2014/main" val="20002"/>
                    </a:ext>
                  </a:extLst>
                </a:gridCol>
                <a:gridCol w="2194242">
                  <a:extLst>
                    <a:ext uri="{9D8B030D-6E8A-4147-A177-3AD203B41FA5}">
                      <a16:colId xmlns:a16="http://schemas.microsoft.com/office/drawing/2014/main" val="20003"/>
                    </a:ext>
                  </a:extLst>
                </a:gridCol>
                <a:gridCol w="2194242">
                  <a:extLst>
                    <a:ext uri="{9D8B030D-6E8A-4147-A177-3AD203B41FA5}">
                      <a16:colId xmlns:a16="http://schemas.microsoft.com/office/drawing/2014/main" val="20004"/>
                    </a:ext>
                  </a:extLst>
                </a:gridCol>
              </a:tblGrid>
              <a:tr h="2189874">
                <a:tc>
                  <a:txBody>
                    <a:bodyPr/>
                    <a:lstStyle/>
                    <a:p>
                      <a:pPr algn="just">
                        <a:lnSpc>
                          <a:spcPct val="115000"/>
                        </a:lnSpc>
                        <a:spcAft>
                          <a:spcPts val="0"/>
                        </a:spcAft>
                      </a:pPr>
                      <a:r>
                        <a:rPr lang="en-US" sz="1800" b="0" dirty="0">
                          <a:solidFill>
                            <a:schemeClr val="tx1"/>
                          </a:solidFill>
                          <a:latin typeface="+mn-lt"/>
                          <a:ea typeface="Calibri"/>
                          <a:cs typeface="Calibri"/>
                        </a:rPr>
                        <a:t>5.</a:t>
                      </a:r>
                      <a:endParaRPr lang="en-US" sz="1800" b="0" dirty="0">
                        <a:solidFill>
                          <a:schemeClr val="tx1"/>
                        </a:solidFill>
                        <a:latin typeface="+mn-lt"/>
                        <a:ea typeface="Calibri"/>
                        <a:cs typeface="Times New Roman"/>
                      </a:endParaRPr>
                    </a:p>
                  </a:txBody>
                  <a:tcPr marL="68579" marR="68579" marT="0" marB="0">
                    <a:solidFill>
                      <a:schemeClr val="accent1">
                        <a:lumMod val="40000"/>
                        <a:lumOff val="60000"/>
                      </a:schemeClr>
                    </a:solidFill>
                  </a:tcPr>
                </a:tc>
                <a:tc>
                  <a:txBody>
                    <a:bodyPr/>
                    <a:lstStyle/>
                    <a:p>
                      <a:pPr marL="285750" indent="-285750" algn="l">
                        <a:lnSpc>
                          <a:spcPct val="115000"/>
                        </a:lnSpc>
                        <a:spcAft>
                          <a:spcPts val="0"/>
                        </a:spcAft>
                        <a:buFont typeface="Arial" panose="020B0604020202020204" pitchFamily="34" charset="0"/>
                        <a:buChar char="•"/>
                      </a:pPr>
                      <a:r>
                        <a:rPr lang="en-US" sz="1800" b="0" dirty="0">
                          <a:solidFill>
                            <a:schemeClr val="tx1"/>
                          </a:solidFill>
                        </a:rPr>
                        <a:t>A multiple-expert framework for instrument recognition</a:t>
                      </a:r>
                      <a:endParaRPr lang="en-US" sz="1800" b="0" dirty="0">
                        <a:solidFill>
                          <a:schemeClr val="tx1"/>
                        </a:solidFill>
                        <a:latin typeface="+mn-lt"/>
                        <a:ea typeface="Calibri"/>
                        <a:cs typeface="Times New Roman"/>
                      </a:endParaRPr>
                    </a:p>
                  </a:txBody>
                  <a:tcPr marL="68579" marR="68579" marT="0" marB="0">
                    <a:solidFill>
                      <a:schemeClr val="accent1">
                        <a:lumMod val="40000"/>
                        <a:lumOff val="60000"/>
                      </a:schemeClr>
                    </a:solidFill>
                  </a:tcPr>
                </a:tc>
                <a:tc>
                  <a:txBody>
                    <a:bodyPr/>
                    <a:lstStyle/>
                    <a:p>
                      <a:pPr marL="285750" indent="-285750" algn="l">
                        <a:lnSpc>
                          <a:spcPct val="115000"/>
                        </a:lnSpc>
                        <a:spcAft>
                          <a:spcPts val="0"/>
                        </a:spcAft>
                        <a:buFont typeface="Arial" panose="020B0604020202020204" pitchFamily="34" charset="0"/>
                        <a:buChar char="•"/>
                      </a:pPr>
                      <a:r>
                        <a:rPr lang="en-US" sz="1800" b="0" dirty="0">
                          <a:solidFill>
                            <a:schemeClr val="tx1"/>
                          </a:solidFill>
                        </a:rPr>
                        <a:t>The study proposes a multiple-expert framework for improving instrument recognition accuracy</a:t>
                      </a:r>
                      <a:endParaRPr lang="en-US" sz="1800" b="0" dirty="0">
                        <a:solidFill>
                          <a:schemeClr val="tx1"/>
                        </a:solidFill>
                        <a:latin typeface="+mn-lt"/>
                        <a:ea typeface="Calibri"/>
                        <a:cs typeface="Times New Roman"/>
                      </a:endParaRPr>
                    </a:p>
                  </a:txBody>
                  <a:tcPr marL="68579" marR="68579" marT="0" marB="0">
                    <a:solidFill>
                      <a:schemeClr val="accent1">
                        <a:lumMod val="40000"/>
                        <a:lumOff val="60000"/>
                      </a:schemeClr>
                    </a:solidFill>
                  </a:tcPr>
                </a:tc>
                <a:tc>
                  <a:txBody>
                    <a:bodyPr/>
                    <a:lstStyle/>
                    <a:p>
                      <a:pPr marL="285750" indent="-285750" algn="l">
                        <a:buFont typeface="Arial" panose="020B0604020202020204" pitchFamily="34" charset="0"/>
                        <a:buChar char="•"/>
                      </a:pPr>
                      <a:r>
                        <a:rPr lang="en-IN" sz="1600" b="0" dirty="0">
                          <a:solidFill>
                            <a:schemeClr val="tx1"/>
                          </a:solidFill>
                        </a:rPr>
                        <a:t>Fast Fourier Transform (FFT).</a:t>
                      </a:r>
                    </a:p>
                    <a:p>
                      <a:pPr marL="285750" indent="-285750" algn="l">
                        <a:buFont typeface="Arial" panose="020B0604020202020204" pitchFamily="34" charset="0"/>
                        <a:buChar char="•"/>
                      </a:pPr>
                      <a:r>
                        <a:rPr lang="en-IN" sz="1600" b="0" dirty="0">
                          <a:solidFill>
                            <a:schemeClr val="tx1"/>
                          </a:solidFill>
                        </a:rPr>
                        <a:t> Wavelet Transform </a:t>
                      </a:r>
                      <a:r>
                        <a:rPr lang="en-US" sz="1600" b="0" dirty="0">
                          <a:solidFill>
                            <a:schemeClr val="tx1"/>
                          </a:solidFill>
                        </a:rPr>
                        <a:t>and multiple-expert system combines various specialized classifiers to improve recognition accuracy</a:t>
                      </a:r>
                      <a:endParaRPr lang="en-US" sz="1600" b="0" dirty="0">
                        <a:solidFill>
                          <a:schemeClr val="tx1"/>
                        </a:solidFill>
                        <a:latin typeface="+mn-lt"/>
                        <a:ea typeface="Times New Roman"/>
                        <a:cs typeface="Times New Roman"/>
                      </a:endParaRPr>
                    </a:p>
                  </a:txBody>
                  <a:tcPr marL="68579" marR="68579" marT="0" marB="0">
                    <a:solidFill>
                      <a:schemeClr val="accent1">
                        <a:lumMod val="40000"/>
                        <a:lumOff val="60000"/>
                      </a:schemeClr>
                    </a:solidFill>
                  </a:tcPr>
                </a:tc>
                <a:tc>
                  <a:txBody>
                    <a:bodyPr/>
                    <a:lstStyle/>
                    <a:p>
                      <a:pPr marL="285750" indent="-285750" algn="l">
                        <a:buFont typeface="Arial" panose="020B0604020202020204" pitchFamily="34" charset="0"/>
                        <a:buChar char="•"/>
                      </a:pPr>
                      <a:r>
                        <a:rPr lang="en-US" sz="1800" b="0" dirty="0">
                          <a:solidFill>
                            <a:schemeClr val="tx1"/>
                          </a:solidFill>
                        </a:rPr>
                        <a:t>The system's complexity may lead to higher computational cost and longer processing times.</a:t>
                      </a:r>
                      <a:endParaRPr lang="en-US" sz="1800" b="0" dirty="0">
                        <a:solidFill>
                          <a:schemeClr val="tx1"/>
                        </a:solidFill>
                        <a:latin typeface="+mn-lt"/>
                        <a:ea typeface="Times New Roman"/>
                        <a:cs typeface="Times New Roman"/>
                      </a:endParaRPr>
                    </a:p>
                  </a:txBody>
                  <a:tcPr marL="68579" marR="68579" marT="0" marB="0">
                    <a:solidFill>
                      <a:schemeClr val="accent1">
                        <a:lumMod val="40000"/>
                        <a:lumOff val="60000"/>
                      </a:schemeClr>
                    </a:solidFill>
                  </a:tcPr>
                </a:tc>
                <a:extLst>
                  <a:ext uri="{0D108BD9-81ED-4DB2-BD59-A6C34878D82A}">
                    <a16:rowId xmlns:a16="http://schemas.microsoft.com/office/drawing/2014/main" val="10000"/>
                  </a:ext>
                </a:extLst>
              </a:tr>
              <a:tr h="2448306">
                <a:tc>
                  <a:txBody>
                    <a:bodyPr/>
                    <a:lstStyle/>
                    <a:p>
                      <a:pPr algn="just">
                        <a:lnSpc>
                          <a:spcPct val="115000"/>
                        </a:lnSpc>
                        <a:spcAft>
                          <a:spcPts val="0"/>
                        </a:spcAft>
                      </a:pPr>
                      <a:r>
                        <a:rPr lang="en-US" sz="1800" dirty="0">
                          <a:latin typeface="+mn-lt"/>
                          <a:ea typeface="Calibri"/>
                          <a:cs typeface="Calibri"/>
                        </a:rPr>
                        <a:t>6.</a:t>
                      </a:r>
                      <a:endParaRPr lang="en-US" sz="1800" dirty="0">
                        <a:latin typeface="+mn-lt"/>
                        <a:ea typeface="Calibri"/>
                        <a:cs typeface="Times New Roman"/>
                      </a:endParaRPr>
                    </a:p>
                  </a:txBody>
                  <a:tcPr marL="68579" marR="68579" marT="0" marB="0"/>
                </a:tc>
                <a:tc>
                  <a:txBody>
                    <a:bodyPr/>
                    <a:lstStyle/>
                    <a:p>
                      <a:pPr marL="285750" indent="-285750" algn="l">
                        <a:lnSpc>
                          <a:spcPct val="115000"/>
                        </a:lnSpc>
                        <a:spcAft>
                          <a:spcPts val="0"/>
                        </a:spcAft>
                        <a:buFont typeface="Arial" panose="020B0604020202020204" pitchFamily="34" charset="0"/>
                        <a:buChar char="•"/>
                      </a:pPr>
                      <a:r>
                        <a:rPr lang="en-US" sz="1800" dirty="0"/>
                        <a:t>Hierarchical classification for singing activity, gender, and type in complex music recordings</a:t>
                      </a:r>
                      <a:endParaRPr lang="en-US" sz="1800" dirty="0">
                        <a:latin typeface="+mn-lt"/>
                        <a:ea typeface="Calibri"/>
                        <a:cs typeface="Times New Roman"/>
                      </a:endParaRPr>
                    </a:p>
                  </a:txBody>
                  <a:tcPr marL="68579" marR="68579" marT="0" marB="0"/>
                </a:tc>
                <a:tc>
                  <a:txBody>
                    <a:bodyPr/>
                    <a:lstStyle/>
                    <a:p>
                      <a:pPr marL="285750" indent="-285750" algn="l">
                        <a:buFont typeface="Arial" panose="020B0604020202020204" pitchFamily="34" charset="0"/>
                        <a:buChar char="•"/>
                      </a:pPr>
                      <a:r>
                        <a:rPr lang="en-US" sz="1800" b="0" dirty="0">
                          <a:solidFill>
                            <a:schemeClr val="tx1"/>
                          </a:solidFill>
                        </a:rPr>
                        <a:t>The paper focuses on classifying singing activity, gender, and type in complex music recordings</a:t>
                      </a:r>
                      <a:endParaRPr lang="en-US" sz="1800" b="0" dirty="0">
                        <a:solidFill>
                          <a:schemeClr val="tx1"/>
                        </a:solidFill>
                        <a:latin typeface="+mn-lt"/>
                        <a:ea typeface="Times New Roman"/>
                        <a:cs typeface="Times New Roman"/>
                      </a:endParaRPr>
                    </a:p>
                  </a:txBody>
                  <a:tcPr marL="68579" marR="68579" marT="0" marB="0"/>
                </a:tc>
                <a:tc>
                  <a:txBody>
                    <a:bodyPr/>
                    <a:lstStyle/>
                    <a:p>
                      <a:pPr algn="l"/>
                      <a:r>
                        <a:rPr lang="en-US" sz="1800" dirty="0"/>
                        <a:t>hierarchical classification methods to distinguish between different singing activities. Temporal and Spectral Feature Extraction</a:t>
                      </a:r>
                      <a:endParaRPr lang="en-US" sz="1800" dirty="0">
                        <a:latin typeface="+mn-lt"/>
                        <a:ea typeface="Times New Roman"/>
                        <a:cs typeface="Times New Roman"/>
                      </a:endParaRPr>
                    </a:p>
                  </a:txBody>
                  <a:tcPr marL="68579" marR="68579" marT="0" marB="0"/>
                </a:tc>
                <a:tc>
                  <a:txBody>
                    <a:bodyPr/>
                    <a:lstStyle/>
                    <a:p>
                      <a:pPr algn="l"/>
                      <a:r>
                        <a:rPr lang="en-US" sz="1800" dirty="0"/>
                        <a:t>Limited by the complexity of classifying different genres and overlapping audio signals.</a:t>
                      </a:r>
                      <a:endParaRPr lang="en-US" sz="1800" dirty="0">
                        <a:latin typeface="+mn-lt"/>
                        <a:ea typeface="Times New Roman"/>
                        <a:cs typeface="Times New Roman"/>
                      </a:endParaRPr>
                    </a:p>
                  </a:txBody>
                  <a:tcPr marL="68579" marR="68579"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57024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7F24702-E3F7-13EB-AD61-A6AD79452FB2}"/>
              </a:ext>
            </a:extLst>
          </p:cNvPr>
          <p:cNvGraphicFramePr>
            <a:graphicFrameLocks noGrp="1"/>
          </p:cNvGraphicFramePr>
          <p:nvPr>
            <p:extLst>
              <p:ext uri="{D42A27DB-BD31-4B8C-83A1-F6EECF244321}">
                <p14:modId xmlns:p14="http://schemas.microsoft.com/office/powerpoint/2010/main" val="2416786370"/>
              </p:ext>
            </p:extLst>
          </p:nvPr>
        </p:nvGraphicFramePr>
        <p:xfrm>
          <a:off x="269503" y="1497473"/>
          <a:ext cx="11315869" cy="4876776"/>
        </p:xfrm>
        <a:graphic>
          <a:graphicData uri="http://schemas.openxmlformats.org/drawingml/2006/table">
            <a:tbl>
              <a:tblPr firstRow="1" bandRow="1">
                <a:tableStyleId>{5C22544A-7EE6-4342-B048-85BDC9FD1C3A}</a:tableStyleId>
              </a:tblPr>
              <a:tblGrid>
                <a:gridCol w="576063">
                  <a:extLst>
                    <a:ext uri="{9D8B030D-6E8A-4147-A177-3AD203B41FA5}">
                      <a16:colId xmlns:a16="http://schemas.microsoft.com/office/drawing/2014/main" val="20000"/>
                    </a:ext>
                  </a:extLst>
                </a:gridCol>
                <a:gridCol w="2327679">
                  <a:extLst>
                    <a:ext uri="{9D8B030D-6E8A-4147-A177-3AD203B41FA5}">
                      <a16:colId xmlns:a16="http://schemas.microsoft.com/office/drawing/2014/main" val="20001"/>
                    </a:ext>
                  </a:extLst>
                </a:gridCol>
                <a:gridCol w="3236949">
                  <a:extLst>
                    <a:ext uri="{9D8B030D-6E8A-4147-A177-3AD203B41FA5}">
                      <a16:colId xmlns:a16="http://schemas.microsoft.com/office/drawing/2014/main" val="20002"/>
                    </a:ext>
                  </a:extLst>
                </a:gridCol>
                <a:gridCol w="2947012">
                  <a:extLst>
                    <a:ext uri="{9D8B030D-6E8A-4147-A177-3AD203B41FA5}">
                      <a16:colId xmlns:a16="http://schemas.microsoft.com/office/drawing/2014/main" val="20003"/>
                    </a:ext>
                  </a:extLst>
                </a:gridCol>
                <a:gridCol w="2228166">
                  <a:extLst>
                    <a:ext uri="{9D8B030D-6E8A-4147-A177-3AD203B41FA5}">
                      <a16:colId xmlns:a16="http://schemas.microsoft.com/office/drawing/2014/main" val="20004"/>
                    </a:ext>
                  </a:extLst>
                </a:gridCol>
              </a:tblGrid>
              <a:tr h="1767610">
                <a:tc>
                  <a:txBody>
                    <a:bodyPr/>
                    <a:lstStyle/>
                    <a:p>
                      <a:r>
                        <a:rPr lang="en-US" sz="2200" b="0" dirty="0">
                          <a:solidFill>
                            <a:schemeClr val="tx1"/>
                          </a:solidFill>
                          <a:latin typeface="Times New Roman" panose="02020603050405020304" charset="0"/>
                          <a:cs typeface="Times New Roman" panose="02020603050405020304" charset="0"/>
                        </a:rPr>
                        <a:t>1.</a:t>
                      </a:r>
                    </a:p>
                  </a:txBody>
                  <a:tcPr marL="91428" marR="91428" marT="45714" marB="45714">
                    <a:solidFill>
                      <a:schemeClr val="accent1">
                        <a:lumMod val="20000"/>
                        <a:lumOff val="80000"/>
                      </a:schemeClr>
                    </a:solidFill>
                  </a:tcPr>
                </a:tc>
                <a:tc>
                  <a:txBody>
                    <a:bodyPr/>
                    <a:lstStyle/>
                    <a:p>
                      <a:pPr marL="342900" indent="-342900">
                        <a:buFont typeface="Arial" panose="020B0604020202020204" pitchFamily="34" charset="0"/>
                        <a:buChar char="•"/>
                      </a:pPr>
                      <a:r>
                        <a:rPr lang="en-US" sz="2200" b="0" dirty="0">
                          <a:solidFill>
                            <a:schemeClr val="tx1"/>
                          </a:solidFill>
                          <a:latin typeface="Times New Roman" panose="02020603050405020304" pitchFamily="18" charset="0"/>
                          <a:cs typeface="Times New Roman" panose="02020603050405020304" pitchFamily="18" charset="0"/>
                        </a:rPr>
                        <a:t>Fast Fourier Transform and Its Applications</a:t>
                      </a:r>
                    </a:p>
                  </a:txBody>
                  <a:tcPr marL="91428" marR="91428" marT="45714" marB="45714">
                    <a:solidFill>
                      <a:schemeClr val="accent1">
                        <a:lumMod val="20000"/>
                        <a:lumOff val="80000"/>
                      </a:schemeClr>
                    </a:solidFill>
                  </a:tcPr>
                </a:tc>
                <a:tc>
                  <a:txBody>
                    <a:bodyPr/>
                    <a:lstStyle/>
                    <a:p>
                      <a:pPr marL="342900" indent="-342900">
                        <a:buFont typeface="Arial" panose="020B0604020202020204" pitchFamily="34" charset="0"/>
                        <a:buChar char="•"/>
                      </a:pPr>
                      <a:r>
                        <a:rPr lang="en-US" sz="2200" b="0" dirty="0">
                          <a:solidFill>
                            <a:schemeClr val="tx1"/>
                          </a:solidFill>
                          <a:latin typeface="Times New Roman" panose="02020603050405020304" pitchFamily="18" charset="0"/>
                          <a:cs typeface="Times New Roman" panose="02020603050405020304" pitchFamily="18" charset="0"/>
                        </a:rPr>
                        <a:t>Introduce FFT and demonstrate its applications in DSP</a:t>
                      </a:r>
                    </a:p>
                  </a:txBody>
                  <a:tcPr marL="91428" marR="91428" marT="45714" marB="45714">
                    <a:solidFill>
                      <a:schemeClr val="accent1">
                        <a:lumMod val="20000"/>
                        <a:lumOff val="80000"/>
                      </a:schemeClr>
                    </a:solidFill>
                  </a:tcPr>
                </a:tc>
                <a:tc>
                  <a:txBody>
                    <a:bodyPr/>
                    <a:lstStyle/>
                    <a:p>
                      <a:pPr marL="342900" indent="-342900">
                        <a:buFont typeface="Arial" panose="020B0604020202020204" pitchFamily="34" charset="0"/>
                        <a:buChar char="•"/>
                      </a:pPr>
                      <a:r>
                        <a:rPr lang="en-IN" sz="2200" b="0" dirty="0">
                          <a:solidFill>
                            <a:schemeClr val="tx1"/>
                          </a:solidFill>
                          <a:latin typeface="Times New Roman" panose="02020603050405020304" pitchFamily="18" charset="0"/>
                          <a:cs typeface="Times New Roman" panose="02020603050405020304" pitchFamily="18" charset="0"/>
                        </a:rPr>
                        <a:t>Fast Fourier Transform (FFT)</a:t>
                      </a:r>
                    </a:p>
                    <a:p>
                      <a:pPr marL="342900" indent="-342900">
                        <a:buFont typeface="Arial" panose="020B0604020202020204" pitchFamily="34" charset="0"/>
                        <a:buChar char="•"/>
                      </a:pPr>
                      <a:r>
                        <a:rPr lang="en-IN" sz="2200" b="0" dirty="0">
                          <a:solidFill>
                            <a:schemeClr val="tx1"/>
                          </a:solidFill>
                          <a:latin typeface="Times New Roman" panose="02020603050405020304" pitchFamily="18" charset="0"/>
                          <a:cs typeface="Times New Roman" panose="02020603050405020304" pitchFamily="18" charset="0"/>
                        </a:rPr>
                        <a:t>Discrete Fourier Transform (DFT)</a:t>
                      </a:r>
                      <a:endParaRPr lang="en-US" sz="2200" b="0" dirty="0">
                        <a:solidFill>
                          <a:schemeClr val="tx1"/>
                        </a:solidFill>
                        <a:latin typeface="Times New Roman" panose="02020603050405020304" pitchFamily="18" charset="0"/>
                        <a:cs typeface="Times New Roman" panose="02020603050405020304" pitchFamily="18" charset="0"/>
                      </a:endParaRPr>
                    </a:p>
                  </a:txBody>
                  <a:tcPr marL="91428" marR="91428" marT="45714" marB="45714">
                    <a:solidFill>
                      <a:schemeClr val="accent1">
                        <a:lumMod val="20000"/>
                        <a:lumOff val="80000"/>
                      </a:schemeClr>
                    </a:solidFill>
                  </a:tcPr>
                </a:tc>
                <a:tc>
                  <a:txBody>
                    <a:bodyPr/>
                    <a:lstStyle/>
                    <a:p>
                      <a:pPr marL="342900" indent="-342900">
                        <a:buFont typeface="Arial" panose="020B0604020202020204" pitchFamily="34" charset="0"/>
                        <a:buChar char="•"/>
                      </a:pPr>
                      <a:r>
                        <a:rPr lang="en-US" sz="2200" b="0" dirty="0">
                          <a:solidFill>
                            <a:schemeClr val="tx1"/>
                          </a:solidFill>
                          <a:latin typeface="Times New Roman" panose="02020603050405020304" pitchFamily="18" charset="0"/>
                          <a:cs typeface="Times New Roman" panose="02020603050405020304" pitchFamily="18" charset="0"/>
                        </a:rPr>
                        <a:t>Computationally intensive for large datasets</a:t>
                      </a:r>
                    </a:p>
                    <a:p>
                      <a:pPr marL="342900" indent="-342900">
                        <a:buFont typeface="Arial" panose="020B0604020202020204" pitchFamily="34" charset="0"/>
                        <a:buChar char="•"/>
                      </a:pPr>
                      <a:r>
                        <a:rPr lang="en-US" sz="2200" b="0" dirty="0">
                          <a:solidFill>
                            <a:schemeClr val="tx1"/>
                          </a:solidFill>
                          <a:latin typeface="Times New Roman" panose="02020603050405020304" pitchFamily="18" charset="0"/>
                          <a:cs typeface="Times New Roman" panose="02020603050405020304" pitchFamily="18" charset="0"/>
                        </a:rPr>
                        <a:t> real-time applications may require optimization</a:t>
                      </a:r>
                    </a:p>
                  </a:txBody>
                  <a:tcPr marL="91428" marR="91428" marT="45714" marB="45714">
                    <a:solidFill>
                      <a:schemeClr val="accent1">
                        <a:lumMod val="20000"/>
                        <a:lumOff val="80000"/>
                      </a:schemeClr>
                    </a:solidFill>
                  </a:tcPr>
                </a:tc>
                <a:extLst>
                  <a:ext uri="{0D108BD9-81ED-4DB2-BD59-A6C34878D82A}">
                    <a16:rowId xmlns:a16="http://schemas.microsoft.com/office/drawing/2014/main" val="10000"/>
                  </a:ext>
                </a:extLst>
              </a:tr>
              <a:tr h="2102846">
                <a:tc>
                  <a:txBody>
                    <a:bodyPr/>
                    <a:lstStyle/>
                    <a:p>
                      <a:r>
                        <a:rPr lang="en-US" sz="2200" dirty="0">
                          <a:latin typeface="Times New Roman" panose="02020603050405020304" charset="0"/>
                          <a:cs typeface="Times New Roman" panose="02020603050405020304" charset="0"/>
                        </a:rPr>
                        <a:t>2.</a:t>
                      </a:r>
                    </a:p>
                  </a:txBody>
                  <a:tcPr marL="91428" marR="91428" marT="45714" marB="45714">
                    <a:solidFill>
                      <a:schemeClr val="accent1">
                        <a:lumMod val="60000"/>
                        <a:lumOff val="40000"/>
                      </a:schemeClr>
                    </a:solidFill>
                  </a:tcPr>
                </a:tc>
                <a:tc>
                  <a:txBody>
                    <a:bodyPr/>
                    <a:lstStyle/>
                    <a:p>
                      <a:pPr marL="342900" indent="-342900">
                        <a:buFont typeface="Arial" panose="020B0604020202020204" pitchFamily="34" charset="0"/>
                        <a:buChar char="•"/>
                      </a:pPr>
                      <a:r>
                        <a:rPr lang="en-IN" sz="2200" b="0" dirty="0">
                          <a:solidFill>
                            <a:schemeClr val="tx1"/>
                          </a:solidFill>
                          <a:latin typeface="Times New Roman" panose="02020603050405020304" pitchFamily="18" charset="0"/>
                          <a:cs typeface="Times New Roman" panose="02020603050405020304" pitchFamily="18" charset="0"/>
                        </a:rPr>
                        <a:t>A Faster Fast Fourier Transform</a:t>
                      </a:r>
                      <a:endParaRPr lang="en-US" sz="2200" b="0" dirty="0">
                        <a:solidFill>
                          <a:schemeClr val="tx1"/>
                        </a:solidFill>
                        <a:latin typeface="Times New Roman" panose="02020603050405020304" pitchFamily="18" charset="0"/>
                        <a:cs typeface="Times New Roman" panose="02020603050405020304" pitchFamily="18" charset="0"/>
                      </a:endParaRPr>
                    </a:p>
                  </a:txBody>
                  <a:tcPr marL="91428" marR="91428" marT="45714" marB="45714">
                    <a:solidFill>
                      <a:schemeClr val="accent1">
                        <a:lumMod val="60000"/>
                        <a:lumOff val="40000"/>
                      </a:schemeClr>
                    </a:solidFill>
                  </a:tcPr>
                </a:tc>
                <a:tc>
                  <a:txBody>
                    <a:bodyPr/>
                    <a:lstStyle/>
                    <a:p>
                      <a:pPr marL="342900" indent="-342900">
                        <a:buFont typeface="Arial" panose="020B0604020202020204" pitchFamily="34" charset="0"/>
                        <a:buChar char="•"/>
                      </a:pPr>
                      <a:r>
                        <a:rPr lang="en-US" sz="2200" b="0" dirty="0">
                          <a:solidFill>
                            <a:schemeClr val="tx1"/>
                          </a:solidFill>
                          <a:latin typeface="Times New Roman" panose="02020603050405020304" pitchFamily="18" charset="0"/>
                          <a:cs typeface="Times New Roman" panose="02020603050405020304" pitchFamily="18" charset="0"/>
                        </a:rPr>
                        <a:t>Develop a more efficient FFT algorithm</a:t>
                      </a:r>
                    </a:p>
                  </a:txBody>
                  <a:tcPr marL="91428" marR="91428" marT="45714" marB="45714">
                    <a:solidFill>
                      <a:schemeClr val="accent1">
                        <a:lumMod val="60000"/>
                        <a:lumOff val="40000"/>
                      </a:schemeClr>
                    </a:solidFill>
                  </a:tcPr>
                </a:tc>
                <a:tc>
                  <a:txBody>
                    <a:bodyPr/>
                    <a:lstStyle/>
                    <a:p>
                      <a:pPr marL="342900" indent="-342900">
                        <a:buFont typeface="Arial" panose="020B0604020202020204" pitchFamily="34" charset="0"/>
                        <a:buChar char="•"/>
                      </a:pPr>
                      <a:r>
                        <a:rPr lang="en-IN" sz="2200" b="0" dirty="0">
                          <a:solidFill>
                            <a:schemeClr val="tx1"/>
                          </a:solidFill>
                          <a:latin typeface="Times New Roman" panose="02020603050405020304" pitchFamily="18" charset="0"/>
                          <a:cs typeface="Times New Roman" panose="02020603050405020304" pitchFamily="18" charset="0"/>
                        </a:rPr>
                        <a:t>Optimized FFT</a:t>
                      </a:r>
                    </a:p>
                    <a:p>
                      <a:pPr marL="342900" indent="-342900">
                        <a:buFont typeface="Arial" panose="020B0604020202020204" pitchFamily="34" charset="0"/>
                        <a:buChar char="•"/>
                      </a:pPr>
                      <a:r>
                        <a:rPr lang="en-IN" sz="2200" b="0" dirty="0">
                          <a:solidFill>
                            <a:schemeClr val="tx1"/>
                          </a:solidFill>
                          <a:latin typeface="Times New Roman" panose="02020603050405020304" pitchFamily="18" charset="0"/>
                          <a:cs typeface="Times New Roman" panose="02020603050405020304" pitchFamily="18" charset="0"/>
                        </a:rPr>
                        <a:t> Sparse FFT techniques</a:t>
                      </a:r>
                      <a:endParaRPr lang="en-US" sz="2200" b="0" dirty="0">
                        <a:solidFill>
                          <a:schemeClr val="tx1"/>
                        </a:solidFill>
                        <a:latin typeface="Times New Roman" panose="02020603050405020304" pitchFamily="18" charset="0"/>
                        <a:cs typeface="Times New Roman" panose="02020603050405020304" pitchFamily="18" charset="0"/>
                      </a:endParaRPr>
                    </a:p>
                  </a:txBody>
                  <a:tcPr marL="91428" marR="91428" marT="45714" marB="45714">
                    <a:solidFill>
                      <a:schemeClr val="accent1">
                        <a:lumMod val="60000"/>
                        <a:lumOff val="40000"/>
                      </a:schemeClr>
                    </a:solidFill>
                  </a:tcPr>
                </a:tc>
                <a:tc>
                  <a:txBody>
                    <a:bodyPr/>
                    <a:lstStyle/>
                    <a:p>
                      <a:pPr marL="342900" indent="-342900">
                        <a:buFont typeface="Arial" panose="020B0604020202020204" pitchFamily="34" charset="0"/>
                        <a:buChar char="•"/>
                      </a:pPr>
                      <a:r>
                        <a:rPr lang="en-US" sz="2200" b="0" dirty="0">
                          <a:solidFill>
                            <a:schemeClr val="tx1"/>
                          </a:solidFill>
                          <a:latin typeface="Times New Roman" panose="02020603050405020304" pitchFamily="18" charset="0"/>
                          <a:cs typeface="Times New Roman" panose="02020603050405020304" pitchFamily="18" charset="0"/>
                        </a:rPr>
                        <a:t>High performance depends on input sparsity</a:t>
                      </a:r>
                    </a:p>
                    <a:p>
                      <a:pPr marL="342900" indent="-342900">
                        <a:buFont typeface="Arial" panose="020B0604020202020204" pitchFamily="34" charset="0"/>
                        <a:buChar char="•"/>
                      </a:pPr>
                      <a:r>
                        <a:rPr lang="en-US" sz="2200" b="0" dirty="0">
                          <a:solidFill>
                            <a:schemeClr val="tx1"/>
                          </a:solidFill>
                          <a:latin typeface="Times New Roman" panose="02020603050405020304" pitchFamily="18" charset="0"/>
                          <a:cs typeface="Times New Roman" panose="02020603050405020304" pitchFamily="18" charset="0"/>
                        </a:rPr>
                        <a:t> limited to certain signal types</a:t>
                      </a:r>
                    </a:p>
                  </a:txBody>
                  <a:tcPr marL="91428" marR="91428" marT="45714" marB="45714">
                    <a:solidFill>
                      <a:schemeClr val="accent1">
                        <a:lumMod val="60000"/>
                        <a:lumOff val="40000"/>
                      </a:schemeClr>
                    </a:solidFill>
                  </a:tcPr>
                </a:tc>
                <a:extLst>
                  <a:ext uri="{0D108BD9-81ED-4DB2-BD59-A6C34878D82A}">
                    <a16:rowId xmlns:a16="http://schemas.microsoft.com/office/drawing/2014/main" val="10001"/>
                  </a:ext>
                </a:extLst>
              </a:tr>
            </a:tbl>
          </a:graphicData>
        </a:graphic>
      </p:graphicFrame>
      <p:sp>
        <p:nvSpPr>
          <p:cNvPr id="5" name="Title 1">
            <a:extLst>
              <a:ext uri="{FF2B5EF4-FFF2-40B4-BE49-F238E27FC236}">
                <a16:creationId xmlns:a16="http://schemas.microsoft.com/office/drawing/2014/main" id="{568CCAE0-5476-571B-F378-C3E2309A7F7E}"/>
              </a:ext>
            </a:extLst>
          </p:cNvPr>
          <p:cNvSpPr>
            <a:spLocks noGrp="1"/>
          </p:cNvSpPr>
          <p:nvPr>
            <p:ph type="title"/>
          </p:nvPr>
        </p:nvSpPr>
        <p:spPr>
          <a:xfrm>
            <a:off x="609521" y="288370"/>
            <a:ext cx="10971372" cy="1007824"/>
          </a:xfrm>
        </p:spPr>
        <p:txBody>
          <a:bodyPr/>
          <a:lstStyle/>
          <a:p>
            <a:r>
              <a:rPr lang="en-IN" dirty="0" err="1">
                <a:solidFill>
                  <a:srgbClr val="FF0000"/>
                </a:solidFill>
                <a:latin typeface="+mn-lt"/>
              </a:rPr>
              <a:t>LiteratureSurvey</a:t>
            </a:r>
            <a:endParaRPr lang="en-US" dirty="0">
              <a:solidFill>
                <a:srgbClr val="FF0000"/>
              </a:solidFill>
              <a:latin typeface="+mn-lt"/>
            </a:endParaRPr>
          </a:p>
        </p:txBody>
      </p:sp>
    </p:spTree>
    <p:extLst>
      <p:ext uri="{BB962C8B-B14F-4D97-AF65-F5344CB8AC3E}">
        <p14:creationId xmlns:p14="http://schemas.microsoft.com/office/powerpoint/2010/main" val="2704797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Dept. of ECE</a:t>
            </a:r>
            <a:endParaRPr lang="en-US" dirty="0"/>
          </a:p>
        </p:txBody>
      </p:sp>
      <p:sp>
        <p:nvSpPr>
          <p:cNvPr id="3" name="Slide Number Placeholder 2"/>
          <p:cNvSpPr>
            <a:spLocks noGrp="1"/>
          </p:cNvSpPr>
          <p:nvPr>
            <p:ph type="sldNum" sz="quarter" idx="12"/>
          </p:nvPr>
        </p:nvSpPr>
        <p:spPr/>
        <p:txBody>
          <a:bodyPr/>
          <a:lstStyle/>
          <a:p>
            <a:fld id="{14664CE2-A199-492D-95BF-8BD1FF457610}" type="slidenum">
              <a:rPr lang="en-US" smtClean="0"/>
              <a:t>9</a:t>
            </a:fld>
            <a:endParaRPr lang="en-US" dirty="0"/>
          </a:p>
        </p:txBody>
      </p:sp>
      <p:graphicFrame>
        <p:nvGraphicFramePr>
          <p:cNvPr id="4" name="Table 4"/>
          <p:cNvGraphicFramePr>
            <a:graphicFrameLocks noGrp="1"/>
          </p:cNvGraphicFramePr>
          <p:nvPr>
            <p:extLst>
              <p:ext uri="{D42A27DB-BD31-4B8C-83A1-F6EECF244321}">
                <p14:modId xmlns:p14="http://schemas.microsoft.com/office/powerpoint/2010/main" val="3234682025"/>
              </p:ext>
            </p:extLst>
          </p:nvPr>
        </p:nvGraphicFramePr>
        <p:xfrm>
          <a:off x="330157" y="891469"/>
          <a:ext cx="11387876" cy="3870936"/>
        </p:xfrm>
        <a:graphic>
          <a:graphicData uri="http://schemas.openxmlformats.org/drawingml/2006/table">
            <a:tbl>
              <a:tblPr firstRow="1" bandRow="1">
                <a:tableStyleId>{5C22544A-7EE6-4342-B048-85BDC9FD1C3A}</a:tableStyleId>
              </a:tblPr>
              <a:tblGrid>
                <a:gridCol w="684389">
                  <a:extLst>
                    <a:ext uri="{9D8B030D-6E8A-4147-A177-3AD203B41FA5}">
                      <a16:colId xmlns:a16="http://schemas.microsoft.com/office/drawing/2014/main" val="20000"/>
                    </a:ext>
                  </a:extLst>
                </a:gridCol>
                <a:gridCol w="2591784">
                  <a:extLst>
                    <a:ext uri="{9D8B030D-6E8A-4147-A177-3AD203B41FA5}">
                      <a16:colId xmlns:a16="http://schemas.microsoft.com/office/drawing/2014/main" val="20001"/>
                    </a:ext>
                  </a:extLst>
                </a:gridCol>
                <a:gridCol w="3121347">
                  <a:extLst>
                    <a:ext uri="{9D8B030D-6E8A-4147-A177-3AD203B41FA5}">
                      <a16:colId xmlns:a16="http://schemas.microsoft.com/office/drawing/2014/main" val="20002"/>
                    </a:ext>
                  </a:extLst>
                </a:gridCol>
                <a:gridCol w="2841765">
                  <a:extLst>
                    <a:ext uri="{9D8B030D-6E8A-4147-A177-3AD203B41FA5}">
                      <a16:colId xmlns:a16="http://schemas.microsoft.com/office/drawing/2014/main" val="20003"/>
                    </a:ext>
                  </a:extLst>
                </a:gridCol>
                <a:gridCol w="2148591">
                  <a:extLst>
                    <a:ext uri="{9D8B030D-6E8A-4147-A177-3AD203B41FA5}">
                      <a16:colId xmlns:a16="http://schemas.microsoft.com/office/drawing/2014/main" val="20004"/>
                    </a:ext>
                  </a:extLst>
                </a:gridCol>
              </a:tblGrid>
              <a:tr h="1767610">
                <a:tc>
                  <a:txBody>
                    <a:bodyPr/>
                    <a:lstStyle/>
                    <a:p>
                      <a:r>
                        <a:rPr lang="en-US" sz="2200" b="0" dirty="0">
                          <a:solidFill>
                            <a:schemeClr val="tx1"/>
                          </a:solidFill>
                          <a:latin typeface="Times New Roman" panose="02020603050405020304" charset="0"/>
                          <a:cs typeface="Times New Roman" panose="02020603050405020304" charset="0"/>
                        </a:rPr>
                        <a:t>3.</a:t>
                      </a:r>
                    </a:p>
                  </a:txBody>
                  <a:tcPr marL="91428" marR="91428" marT="45714" marB="45714">
                    <a:solidFill>
                      <a:schemeClr val="accent1">
                        <a:lumMod val="20000"/>
                        <a:lumOff val="80000"/>
                      </a:schemeClr>
                    </a:solidFill>
                  </a:tcPr>
                </a:tc>
                <a:tc>
                  <a:txBody>
                    <a:bodyPr/>
                    <a:lstStyle/>
                    <a:p>
                      <a:r>
                        <a:rPr lang="en-US" sz="2200" b="0" dirty="0">
                          <a:solidFill>
                            <a:schemeClr val="tx1"/>
                          </a:solidFill>
                          <a:latin typeface="Times New Roman" panose="02020603050405020304" charset="0"/>
                          <a:cs typeface="Times New Roman" panose="02020603050405020304" charset="0"/>
                        </a:rPr>
                        <a:t>The Fast Fourier Transform </a:t>
                      </a:r>
                    </a:p>
                  </a:txBody>
                  <a:tcPr marL="91428" marR="91428" marT="45714" marB="45714">
                    <a:solidFill>
                      <a:schemeClr val="accent1">
                        <a:lumMod val="20000"/>
                        <a:lumOff val="80000"/>
                      </a:schemeClr>
                    </a:solidFill>
                  </a:tcPr>
                </a:tc>
                <a:tc>
                  <a:txBody>
                    <a:bodyPr/>
                    <a:lstStyle/>
                    <a:p>
                      <a:pPr marL="285750" indent="-285750">
                        <a:buFont typeface="Arial" panose="020B0604020202020204" pitchFamily="34" charset="0"/>
                        <a:buChar char="•"/>
                      </a:pPr>
                      <a:r>
                        <a:rPr lang="en-US" sz="2200" b="0" dirty="0">
                          <a:solidFill>
                            <a:schemeClr val="tx1"/>
                          </a:solidFill>
                          <a:latin typeface="Times New Roman" panose="02020603050405020304" charset="0"/>
                          <a:cs typeface="Times New Roman" panose="02020603050405020304" charset="0"/>
                        </a:rPr>
                        <a:t>Presenting both comprehensive and largely original proof for the </a:t>
                      </a:r>
                      <a:r>
                        <a:rPr lang="en-US" sz="2200" b="0" dirty="0" err="1">
                          <a:solidFill>
                            <a:schemeClr val="tx1"/>
                          </a:solidFill>
                          <a:latin typeface="Times New Roman" panose="02020603050405020304" charset="0"/>
                          <a:cs typeface="Times New Roman" panose="02020603050405020304" charset="0"/>
                        </a:rPr>
                        <a:t>fft</a:t>
                      </a:r>
                      <a:r>
                        <a:rPr lang="en-US" sz="2200" b="0" dirty="0">
                          <a:solidFill>
                            <a:schemeClr val="tx1"/>
                          </a:solidFill>
                          <a:latin typeface="Times New Roman" panose="02020603050405020304" charset="0"/>
                          <a:cs typeface="Times New Roman" panose="02020603050405020304" charset="0"/>
                        </a:rPr>
                        <a:t> algorithm</a:t>
                      </a:r>
                    </a:p>
                  </a:txBody>
                  <a:tcPr marL="91428" marR="91428" marT="45714" marB="45714">
                    <a:solidFill>
                      <a:schemeClr val="accent1">
                        <a:lumMod val="20000"/>
                        <a:lumOff val="80000"/>
                      </a:schemeClr>
                    </a:solidFill>
                  </a:tcPr>
                </a:tc>
                <a:tc>
                  <a:txBody>
                    <a:bodyPr/>
                    <a:lstStyle/>
                    <a:p>
                      <a:pPr marL="285750" indent="-285750">
                        <a:buFont typeface="Arial" panose="020B0604020202020204" pitchFamily="34" charset="0"/>
                        <a:buChar char="•"/>
                      </a:pPr>
                      <a:r>
                        <a:rPr lang="en-US" sz="2200" b="0" dirty="0">
                          <a:solidFill>
                            <a:schemeClr val="tx1"/>
                          </a:solidFill>
                          <a:latin typeface="Times New Roman" panose="02020603050405020304" charset="0"/>
                          <a:cs typeface="Times New Roman" panose="02020603050405020304" charset="0"/>
                        </a:rPr>
                        <a:t>Fast Fourier Transform</a:t>
                      </a:r>
                    </a:p>
                    <a:p>
                      <a:pPr marL="285750" indent="-285750">
                        <a:buFont typeface="Arial" panose="020B0604020202020204" pitchFamily="34" charset="0"/>
                        <a:buChar char="•"/>
                      </a:pPr>
                      <a:r>
                        <a:rPr lang="en-US" sz="2200" b="0" dirty="0">
                          <a:solidFill>
                            <a:schemeClr val="tx1"/>
                          </a:solidFill>
                          <a:latin typeface="Times New Roman" panose="02020603050405020304" charset="0"/>
                          <a:cs typeface="Times New Roman" panose="02020603050405020304" charset="0"/>
                        </a:rPr>
                        <a:t>Fast convolution algorithm</a:t>
                      </a:r>
                    </a:p>
                  </a:txBody>
                  <a:tcPr marL="91428" marR="91428" marT="45714" marB="45714">
                    <a:solidFill>
                      <a:schemeClr val="accent1">
                        <a:lumMod val="20000"/>
                        <a:lumOff val="80000"/>
                      </a:schemeClr>
                    </a:solidFill>
                  </a:tcPr>
                </a:tc>
                <a:tc>
                  <a:txBody>
                    <a:bodyPr/>
                    <a:lstStyle/>
                    <a:p>
                      <a:pPr marL="285750" indent="-285750">
                        <a:buFont typeface="Arial" panose="020B0604020202020204" pitchFamily="34" charset="0"/>
                        <a:buChar char="•"/>
                      </a:pPr>
                      <a:r>
                        <a:rPr lang="en-US" sz="2200" b="0" dirty="0">
                          <a:solidFill>
                            <a:schemeClr val="tx1"/>
                          </a:solidFill>
                          <a:latin typeface="Times New Roman" panose="02020603050405020304" charset="0"/>
                          <a:cs typeface="Times New Roman" panose="02020603050405020304" charset="0"/>
                        </a:rPr>
                        <a:t>Implementation </a:t>
                      </a:r>
                    </a:p>
                    <a:p>
                      <a:pPr marL="0" indent="0">
                        <a:buFont typeface="Arial" panose="020B0604020202020204" pitchFamily="34" charset="0"/>
                        <a:buNone/>
                      </a:pPr>
                      <a:r>
                        <a:rPr lang="en-US" sz="2200" b="0" dirty="0">
                          <a:solidFill>
                            <a:schemeClr val="tx1"/>
                          </a:solidFill>
                          <a:latin typeface="Times New Roman" panose="02020603050405020304" charset="0"/>
                          <a:cs typeface="Times New Roman" panose="02020603050405020304" charset="0"/>
                        </a:rPr>
                        <a:t>      complexity</a:t>
                      </a:r>
                    </a:p>
                    <a:p>
                      <a:pPr marL="285750" indent="-285750">
                        <a:buFont typeface="Arial" panose="020B0604020202020204" pitchFamily="34" charset="0"/>
                        <a:buChar char="•"/>
                      </a:pPr>
                      <a:r>
                        <a:rPr lang="en-US" sz="2200" b="0" dirty="0">
                          <a:solidFill>
                            <a:schemeClr val="tx1"/>
                          </a:solidFill>
                          <a:latin typeface="Times New Roman" panose="02020603050405020304" charset="0"/>
                          <a:cs typeface="Times New Roman" panose="02020603050405020304" charset="0"/>
                        </a:rPr>
                        <a:t>Memory requirement</a:t>
                      </a:r>
                    </a:p>
                  </a:txBody>
                  <a:tcPr marL="91428" marR="91428" marT="45714" marB="45714">
                    <a:solidFill>
                      <a:schemeClr val="accent1">
                        <a:lumMod val="20000"/>
                        <a:lumOff val="80000"/>
                      </a:schemeClr>
                    </a:solidFill>
                  </a:tcPr>
                </a:tc>
                <a:extLst>
                  <a:ext uri="{0D108BD9-81ED-4DB2-BD59-A6C34878D82A}">
                    <a16:rowId xmlns:a16="http://schemas.microsoft.com/office/drawing/2014/main" val="10000"/>
                  </a:ext>
                </a:extLst>
              </a:tr>
              <a:tr h="2102846">
                <a:tc>
                  <a:txBody>
                    <a:bodyPr/>
                    <a:lstStyle/>
                    <a:p>
                      <a:r>
                        <a:rPr lang="en-US" sz="2200" dirty="0">
                          <a:latin typeface="Times New Roman" panose="02020603050405020304" charset="0"/>
                          <a:cs typeface="Times New Roman" panose="02020603050405020304" charset="0"/>
                        </a:rPr>
                        <a:t>4.</a:t>
                      </a:r>
                    </a:p>
                  </a:txBody>
                  <a:tcPr marL="91428" marR="91428" marT="45714" marB="45714">
                    <a:solidFill>
                      <a:schemeClr val="accent1">
                        <a:lumMod val="60000"/>
                        <a:lumOff val="40000"/>
                      </a:schemeClr>
                    </a:solidFill>
                  </a:tcPr>
                </a:tc>
                <a:tc>
                  <a:txBody>
                    <a:bodyPr/>
                    <a:lstStyle/>
                    <a:p>
                      <a:r>
                        <a:rPr lang="en-US" sz="2200" dirty="0">
                          <a:latin typeface="Times New Roman" panose="02020603050405020304" charset="0"/>
                          <a:cs typeface="Times New Roman" panose="02020603050405020304" charset="0"/>
                        </a:rPr>
                        <a:t>Application of the FFT</a:t>
                      </a:r>
                    </a:p>
                  </a:txBody>
                  <a:tcPr marL="91428" marR="91428" marT="45714" marB="45714">
                    <a:solidFill>
                      <a:schemeClr val="accent1">
                        <a:lumMod val="60000"/>
                        <a:lumOff val="40000"/>
                      </a:schemeClr>
                    </a:solidFill>
                  </a:tcPr>
                </a:tc>
                <a:tc>
                  <a:txBody>
                    <a:bodyPr/>
                    <a:lstStyle/>
                    <a:p>
                      <a:pPr marL="285750" indent="-285750">
                        <a:buFont typeface="Arial" panose="020B0604020202020204" pitchFamily="34" charset="0"/>
                        <a:buChar char="•"/>
                      </a:pPr>
                      <a:r>
                        <a:rPr lang="en-US" sz="2200" dirty="0">
                          <a:latin typeface="Times New Roman" panose="02020603050405020304" charset="0"/>
                          <a:cs typeface="Times New Roman" panose="02020603050405020304" charset="0"/>
                        </a:rPr>
                        <a:t>Provide an overview of the main issues with Fourier analysis and </a:t>
                      </a:r>
                      <a:r>
                        <a:rPr lang="en-US" sz="2200" dirty="0" err="1">
                          <a:latin typeface="Times New Roman" panose="02020603050405020304" charset="0"/>
                          <a:cs typeface="Times New Roman" panose="02020603050405020304" charset="0"/>
                        </a:rPr>
                        <a:t>fft</a:t>
                      </a:r>
                      <a:r>
                        <a:rPr lang="en-US" sz="2200" dirty="0">
                          <a:latin typeface="Times New Roman" panose="02020603050405020304" charset="0"/>
                          <a:cs typeface="Times New Roman" panose="02020603050405020304" charset="0"/>
                        </a:rPr>
                        <a:t> using semi-discrete Fourier transform and differential matrices </a:t>
                      </a:r>
                    </a:p>
                  </a:txBody>
                  <a:tcPr marL="91428" marR="91428" marT="45714" marB="45714">
                    <a:solidFill>
                      <a:schemeClr val="accent1">
                        <a:lumMod val="60000"/>
                        <a:lumOff val="40000"/>
                      </a:schemeClr>
                    </a:solidFill>
                  </a:tcPr>
                </a:tc>
                <a:tc>
                  <a:txBody>
                    <a:bodyPr/>
                    <a:lstStyle/>
                    <a:p>
                      <a:pPr marL="285750" indent="-285750">
                        <a:buFont typeface="Arial" panose="020B0604020202020204" pitchFamily="34" charset="0"/>
                        <a:buChar char="•"/>
                      </a:pPr>
                      <a:r>
                        <a:rPr lang="en-US" sz="2200" dirty="0">
                          <a:latin typeface="Times New Roman" panose="02020603050405020304" charset="0"/>
                          <a:cs typeface="Times New Roman" panose="02020603050405020304" charset="0"/>
                        </a:rPr>
                        <a:t>Differential matrices</a:t>
                      </a:r>
                    </a:p>
                    <a:p>
                      <a:pPr marL="285750" indent="-285750">
                        <a:buFont typeface="Arial" panose="020B0604020202020204" pitchFamily="34" charset="0"/>
                        <a:buChar char="•"/>
                      </a:pPr>
                      <a:r>
                        <a:rPr lang="en-US" sz="2200" dirty="0">
                          <a:latin typeface="Times New Roman" panose="02020603050405020304" charset="0"/>
                          <a:cs typeface="Times New Roman" panose="02020603050405020304" charset="0"/>
                        </a:rPr>
                        <a:t>Semi –discrete Fourier </a:t>
                      </a:r>
                    </a:p>
                    <a:p>
                      <a:pPr marL="0" indent="0">
                        <a:buFont typeface="Arial" panose="020B0604020202020204" pitchFamily="34" charset="0"/>
                        <a:buNone/>
                      </a:pPr>
                      <a:r>
                        <a:rPr lang="en-US" sz="2200" dirty="0">
                          <a:latin typeface="Times New Roman" panose="02020603050405020304" charset="0"/>
                          <a:cs typeface="Times New Roman" panose="02020603050405020304" charset="0"/>
                        </a:rPr>
                        <a:t>      transform</a:t>
                      </a:r>
                    </a:p>
                  </a:txBody>
                  <a:tcPr marL="91428" marR="91428" marT="45714" marB="45714">
                    <a:solidFill>
                      <a:schemeClr val="accent1">
                        <a:lumMod val="60000"/>
                        <a:lumOff val="40000"/>
                      </a:schemeClr>
                    </a:solidFill>
                  </a:tcPr>
                </a:tc>
                <a:tc>
                  <a:txBody>
                    <a:bodyPr/>
                    <a:lstStyle/>
                    <a:p>
                      <a:pPr marL="285750" indent="-285750">
                        <a:buFont typeface="Arial" panose="020B0604020202020204" pitchFamily="34" charset="0"/>
                        <a:buChar char="•"/>
                      </a:pPr>
                      <a:r>
                        <a:rPr lang="en-US" sz="2200" dirty="0">
                          <a:latin typeface="Times New Roman" panose="02020603050405020304" charset="0"/>
                          <a:cs typeface="Times New Roman" panose="02020603050405020304" charset="0"/>
                        </a:rPr>
                        <a:t>Limited scope of application</a:t>
                      </a:r>
                    </a:p>
                    <a:p>
                      <a:pPr marL="285750" indent="-285750">
                        <a:buFont typeface="Arial" panose="020B0604020202020204" pitchFamily="34" charset="0"/>
                        <a:buChar char="•"/>
                      </a:pPr>
                      <a:r>
                        <a:rPr lang="en-US" sz="2200" dirty="0">
                          <a:latin typeface="Times New Roman" panose="02020603050405020304" charset="0"/>
                          <a:cs typeface="Times New Roman" panose="02020603050405020304" charset="0"/>
                        </a:rPr>
                        <a:t>Complexity  in differential matrices</a:t>
                      </a:r>
                    </a:p>
                  </a:txBody>
                  <a:tcPr marL="91428" marR="91428" marT="45714" marB="45714">
                    <a:solidFill>
                      <a:schemeClr val="accent1">
                        <a:lumMod val="60000"/>
                        <a:lumOff val="40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B2D9F52-77B2-A679-2E00-934CC8650D27}"/>
              </a:ext>
            </a:extLst>
          </p:cNvPr>
          <p:cNvGraphicFramePr>
            <a:graphicFrameLocks/>
          </p:cNvGraphicFramePr>
          <p:nvPr>
            <p:extLst>
              <p:ext uri="{D42A27DB-BD31-4B8C-83A1-F6EECF244321}">
                <p14:modId xmlns:p14="http://schemas.microsoft.com/office/powerpoint/2010/main" val="730919336"/>
              </p:ext>
            </p:extLst>
          </p:nvPr>
        </p:nvGraphicFramePr>
        <p:xfrm>
          <a:off x="622598" y="360090"/>
          <a:ext cx="10800217" cy="6790050"/>
        </p:xfrm>
        <a:graphic>
          <a:graphicData uri="http://schemas.openxmlformats.org/drawingml/2006/table">
            <a:tbl>
              <a:tblPr firstRow="1" bandRow="1">
                <a:tableStyleId>{5C22544A-7EE6-4342-B048-85BDC9FD1C3A}</a:tableStyleId>
              </a:tblPr>
              <a:tblGrid>
                <a:gridCol w="2016224">
                  <a:extLst>
                    <a:ext uri="{9D8B030D-6E8A-4147-A177-3AD203B41FA5}">
                      <a16:colId xmlns:a16="http://schemas.microsoft.com/office/drawing/2014/main" val="20000"/>
                    </a:ext>
                  </a:extLst>
                </a:gridCol>
                <a:gridCol w="2201267">
                  <a:extLst>
                    <a:ext uri="{9D8B030D-6E8A-4147-A177-3AD203B41FA5}">
                      <a16:colId xmlns:a16="http://schemas.microsoft.com/office/drawing/2014/main" val="20001"/>
                    </a:ext>
                  </a:extLst>
                </a:gridCol>
                <a:gridCol w="2194242">
                  <a:extLst>
                    <a:ext uri="{9D8B030D-6E8A-4147-A177-3AD203B41FA5}">
                      <a16:colId xmlns:a16="http://schemas.microsoft.com/office/drawing/2014/main" val="20002"/>
                    </a:ext>
                  </a:extLst>
                </a:gridCol>
                <a:gridCol w="2194242">
                  <a:extLst>
                    <a:ext uri="{9D8B030D-6E8A-4147-A177-3AD203B41FA5}">
                      <a16:colId xmlns:a16="http://schemas.microsoft.com/office/drawing/2014/main" val="20003"/>
                    </a:ext>
                  </a:extLst>
                </a:gridCol>
                <a:gridCol w="2194242">
                  <a:extLst>
                    <a:ext uri="{9D8B030D-6E8A-4147-A177-3AD203B41FA5}">
                      <a16:colId xmlns:a16="http://schemas.microsoft.com/office/drawing/2014/main" val="20004"/>
                    </a:ext>
                  </a:extLst>
                </a:gridCol>
              </a:tblGrid>
              <a:tr h="900310">
                <a:tc>
                  <a:txBody>
                    <a:bodyPr/>
                    <a:lstStyle/>
                    <a:p>
                      <a:pPr algn="just">
                        <a:lnSpc>
                          <a:spcPct val="115000"/>
                        </a:lnSpc>
                        <a:spcAft>
                          <a:spcPts val="0"/>
                        </a:spcAft>
                      </a:pPr>
                      <a:r>
                        <a:rPr lang="en-US" sz="1800" b="1" dirty="0" err="1">
                          <a:latin typeface="+mn-lt"/>
                          <a:ea typeface="Calibri"/>
                          <a:cs typeface="Calibri"/>
                        </a:rPr>
                        <a:t>Sl.No</a:t>
                      </a:r>
                      <a:endParaRPr lang="en-US" sz="1800" dirty="0">
                        <a:latin typeface="+mn-lt"/>
                        <a:ea typeface="Calibri"/>
                        <a:cs typeface="Times New Roman"/>
                      </a:endParaRPr>
                    </a:p>
                  </a:txBody>
                  <a:tcPr marL="68579" marR="68579" marT="0" marB="0"/>
                </a:tc>
                <a:tc>
                  <a:txBody>
                    <a:bodyPr/>
                    <a:lstStyle/>
                    <a:p>
                      <a:pPr algn="just">
                        <a:lnSpc>
                          <a:spcPct val="115000"/>
                        </a:lnSpc>
                        <a:spcAft>
                          <a:spcPts val="0"/>
                        </a:spcAft>
                      </a:pPr>
                      <a:r>
                        <a:rPr lang="en-US" sz="1800" b="1" dirty="0">
                          <a:latin typeface="+mn-lt"/>
                          <a:ea typeface="Calibri"/>
                          <a:cs typeface="Calibri"/>
                        </a:rPr>
                        <a:t>Paper Title</a:t>
                      </a:r>
                      <a:endParaRPr lang="en-US" sz="1800" dirty="0">
                        <a:latin typeface="+mn-lt"/>
                        <a:ea typeface="Calibri"/>
                        <a:cs typeface="Times New Roman"/>
                      </a:endParaRPr>
                    </a:p>
                  </a:txBody>
                  <a:tcPr marL="68579" marR="68579" marT="0" marB="0"/>
                </a:tc>
                <a:tc>
                  <a:txBody>
                    <a:bodyPr/>
                    <a:lstStyle/>
                    <a:p>
                      <a:pPr algn="just">
                        <a:lnSpc>
                          <a:spcPct val="115000"/>
                        </a:lnSpc>
                        <a:spcAft>
                          <a:spcPts val="0"/>
                        </a:spcAft>
                      </a:pPr>
                      <a:r>
                        <a:rPr lang="en-US" sz="1800" b="1" dirty="0">
                          <a:latin typeface="+mn-lt"/>
                          <a:ea typeface="Calibri"/>
                          <a:cs typeface="Calibri"/>
                        </a:rPr>
                        <a:t>Objective</a:t>
                      </a:r>
                      <a:endParaRPr lang="en-US" sz="1800" dirty="0">
                        <a:latin typeface="+mn-lt"/>
                        <a:ea typeface="Calibri"/>
                        <a:cs typeface="Times New Roman"/>
                      </a:endParaRPr>
                    </a:p>
                  </a:txBody>
                  <a:tcPr marL="68579" marR="68579" marT="0" marB="0"/>
                </a:tc>
                <a:tc>
                  <a:txBody>
                    <a:bodyPr/>
                    <a:lstStyle/>
                    <a:p>
                      <a:pPr algn="just">
                        <a:lnSpc>
                          <a:spcPct val="115000"/>
                        </a:lnSpc>
                        <a:spcAft>
                          <a:spcPts val="0"/>
                        </a:spcAft>
                      </a:pPr>
                      <a:r>
                        <a:rPr lang="en-US" sz="1800" b="1" dirty="0">
                          <a:latin typeface="+mn-lt"/>
                          <a:ea typeface="Calibri"/>
                          <a:cs typeface="Calibri"/>
                        </a:rPr>
                        <a:t>Methods/Techniques/</a:t>
                      </a:r>
                      <a:endParaRPr lang="en-US" sz="1800" dirty="0">
                        <a:latin typeface="+mn-lt"/>
                        <a:ea typeface="Calibri"/>
                        <a:cs typeface="Times New Roman"/>
                      </a:endParaRPr>
                    </a:p>
                    <a:p>
                      <a:pPr algn="just">
                        <a:lnSpc>
                          <a:spcPct val="115000"/>
                        </a:lnSpc>
                        <a:spcAft>
                          <a:spcPts val="0"/>
                        </a:spcAft>
                      </a:pPr>
                      <a:r>
                        <a:rPr lang="en-US" sz="1800" b="1" dirty="0">
                          <a:latin typeface="+mn-lt"/>
                          <a:ea typeface="Calibri"/>
                          <a:cs typeface="Calibri"/>
                        </a:rPr>
                        <a:t>Algorithm used </a:t>
                      </a:r>
                      <a:endParaRPr lang="en-US" sz="1800" dirty="0">
                        <a:latin typeface="+mn-lt"/>
                        <a:ea typeface="Calibri"/>
                        <a:cs typeface="Times New Roman"/>
                      </a:endParaRPr>
                    </a:p>
                  </a:txBody>
                  <a:tcPr marL="68579" marR="68579" marT="0" marB="0"/>
                </a:tc>
                <a:tc>
                  <a:txBody>
                    <a:bodyPr/>
                    <a:lstStyle/>
                    <a:p>
                      <a:pPr algn="just">
                        <a:lnSpc>
                          <a:spcPct val="115000"/>
                        </a:lnSpc>
                        <a:spcAft>
                          <a:spcPts val="0"/>
                        </a:spcAft>
                      </a:pPr>
                      <a:r>
                        <a:rPr lang="en-US" sz="1800" b="1" dirty="0">
                          <a:latin typeface="+mn-lt"/>
                          <a:ea typeface="Calibri"/>
                          <a:cs typeface="Calibri"/>
                        </a:rPr>
                        <a:t>Limitations /Disadvantages/Remarks</a:t>
                      </a:r>
                      <a:endParaRPr lang="en-US" sz="1800" dirty="0">
                        <a:latin typeface="+mn-lt"/>
                        <a:ea typeface="Calibri"/>
                        <a:cs typeface="Times New Roman"/>
                      </a:endParaRPr>
                    </a:p>
                  </a:txBody>
                  <a:tcPr marL="68579" marR="68579" marT="0" marB="0"/>
                </a:tc>
                <a:extLst>
                  <a:ext uri="{0D108BD9-81ED-4DB2-BD59-A6C34878D82A}">
                    <a16:rowId xmlns:a16="http://schemas.microsoft.com/office/drawing/2014/main" val="10000"/>
                  </a:ext>
                </a:extLst>
              </a:tr>
              <a:tr h="1454655">
                <a:tc>
                  <a:txBody>
                    <a:bodyPr/>
                    <a:lstStyle/>
                    <a:p>
                      <a:pPr algn="just">
                        <a:lnSpc>
                          <a:spcPct val="115000"/>
                        </a:lnSpc>
                        <a:spcAft>
                          <a:spcPts val="0"/>
                        </a:spcAft>
                      </a:pPr>
                      <a:r>
                        <a:rPr lang="en-US" sz="1800" dirty="0">
                          <a:latin typeface="+mn-lt"/>
                          <a:ea typeface="Calibri"/>
                          <a:cs typeface="Calibri"/>
                        </a:rPr>
                        <a:t>1.</a:t>
                      </a:r>
                      <a:endParaRPr lang="en-US" sz="1800" dirty="0">
                        <a:latin typeface="+mn-lt"/>
                        <a:ea typeface="Calibri"/>
                        <a:cs typeface="Times New Roman"/>
                      </a:endParaRPr>
                    </a:p>
                  </a:txBody>
                  <a:tcPr marL="68579" marR="68579" marT="0" marB="0"/>
                </a:tc>
                <a:tc>
                  <a:txBody>
                    <a:bodyPr/>
                    <a:lstStyle/>
                    <a:p>
                      <a:pPr marL="285750" indent="-285750" algn="just">
                        <a:buFont typeface="Arial" panose="020B0604020202020204" pitchFamily="34" charset="0"/>
                        <a:buChar char="•"/>
                      </a:pPr>
                      <a:r>
                        <a:rPr lang="en-IN" sz="1800" b="0" i="0" u="none" strike="noStrike" kern="1200" baseline="0">
                          <a:solidFill>
                            <a:schemeClr val="dk1"/>
                          </a:solidFill>
                          <a:latin typeface="Times New Roman" panose="02020603050405020304" pitchFamily="18" charset="0"/>
                          <a:ea typeface="+mn-ea"/>
                          <a:cs typeface="Times New Roman" panose="02020603050405020304" pitchFamily="18" charset="0"/>
                        </a:rPr>
                        <a:t>Hierarchical Filtering Method </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for</a:t>
                      </a:r>
                      <a:r>
                        <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 Content-based       Music Retrieval via Acoustic Input’</a:t>
                      </a:r>
                      <a:endParaRPr lang="en-US" sz="1800" b="0" dirty="0">
                        <a:latin typeface="Times New Roman" panose="02020603050405020304" pitchFamily="18" charset="0"/>
                        <a:ea typeface="Calibri"/>
                        <a:cs typeface="Times New Roman" panose="02020603050405020304" pitchFamily="18" charset="0"/>
                      </a:endParaRPr>
                    </a:p>
                  </a:txBody>
                  <a:tcPr marL="68579" marR="68579" marT="0" marB="0"/>
                </a:tc>
                <a:tc>
                  <a:txBody>
                    <a:bodyPr/>
                    <a:lstStyle/>
                    <a:p>
                      <a:pPr marL="285750" indent="-285750" algn="l">
                        <a:lnSpc>
                          <a:spcPct val="115000"/>
                        </a:lnSpc>
                        <a:spcAft>
                          <a:spcPts val="0"/>
                        </a:spcAf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Develop a query-by-humming system for music retrieval</a:t>
                      </a:r>
                      <a:endParaRPr lang="en-US" sz="1800" dirty="0">
                        <a:latin typeface="Times New Roman" panose="02020603050405020304" pitchFamily="18" charset="0"/>
                        <a:ea typeface="Calibri"/>
                        <a:cs typeface="Times New Roman" panose="02020603050405020304" pitchFamily="18" charset="0"/>
                      </a:endParaRPr>
                    </a:p>
                  </a:txBody>
                  <a:tcPr marL="68579" marR="68579" marT="0" marB="0"/>
                </a:tc>
                <a:tc>
                  <a:txBody>
                    <a:bodyPr/>
                    <a:lstStyle/>
                    <a:p>
                      <a:pPr marL="285750" indent="-285750" algn="l">
                        <a:lnSpc>
                          <a:spcPct val="115000"/>
                        </a:lnSpc>
                        <a:spcAft>
                          <a:spcPts val="0"/>
                        </a:spcAf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Fourier analysis and dynamic programming for melody matching</a:t>
                      </a:r>
                      <a:endParaRPr lang="en-US" sz="1800" dirty="0">
                        <a:latin typeface="Times New Roman" panose="02020603050405020304" pitchFamily="18" charset="0"/>
                        <a:ea typeface="Calibri"/>
                        <a:cs typeface="Times New Roman" panose="02020603050405020304" pitchFamily="18" charset="0"/>
                      </a:endParaRPr>
                    </a:p>
                  </a:txBody>
                  <a:tcPr marL="68579" marR="68579" marT="0" marB="0"/>
                </a:tc>
                <a:tc>
                  <a:txBody>
                    <a:bodyPr/>
                    <a:lstStyle/>
                    <a:p>
                      <a:pPr marL="285750" indent="-285750" algn="l">
                        <a:lnSpc>
                          <a:spcPct val="115000"/>
                        </a:lnSpc>
                        <a:spcAft>
                          <a:spcPts val="0"/>
                        </a:spcAf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Limited by environmental noise, needs high-quality recordings</a:t>
                      </a:r>
                      <a:endParaRPr lang="en-US" sz="1800" dirty="0">
                        <a:latin typeface="Times New Roman" panose="02020603050405020304" pitchFamily="18" charset="0"/>
                        <a:ea typeface="Calibri"/>
                        <a:cs typeface="Times New Roman" panose="02020603050405020304" pitchFamily="18" charset="0"/>
                      </a:endParaRPr>
                    </a:p>
                  </a:txBody>
                  <a:tcPr marL="68579" marR="68579" marT="0" marB="0"/>
                </a:tc>
                <a:extLst>
                  <a:ext uri="{0D108BD9-81ED-4DB2-BD59-A6C34878D82A}">
                    <a16:rowId xmlns:a16="http://schemas.microsoft.com/office/drawing/2014/main" val="10001"/>
                  </a:ext>
                </a:extLst>
              </a:tr>
              <a:tr h="2298003">
                <a:tc>
                  <a:txBody>
                    <a:bodyPr/>
                    <a:lstStyle/>
                    <a:p>
                      <a:pPr algn="just">
                        <a:lnSpc>
                          <a:spcPct val="115000"/>
                        </a:lnSpc>
                        <a:spcAft>
                          <a:spcPts val="0"/>
                        </a:spcAft>
                      </a:pPr>
                      <a:r>
                        <a:rPr lang="en-US" sz="1800" dirty="0">
                          <a:latin typeface="+mn-lt"/>
                          <a:ea typeface="Calibri"/>
                          <a:cs typeface="Calibri"/>
                        </a:rPr>
                        <a:t>2.</a:t>
                      </a:r>
                      <a:endParaRPr lang="en-US" sz="1800" dirty="0">
                        <a:latin typeface="+mn-lt"/>
                        <a:ea typeface="Calibri"/>
                        <a:cs typeface="Times New Roman"/>
                      </a:endParaRPr>
                    </a:p>
                  </a:txBody>
                  <a:tcPr marL="68579" marR="68579" marT="0" marB="0"/>
                </a:tc>
                <a:tc>
                  <a:txBody>
                    <a:bodyPr/>
                    <a:lstStyle/>
                    <a:p>
                      <a:endParaRPr lang="en-IN" sz="22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pPr marL="342900" indent="-342900">
                        <a:buFont typeface="Arial" panose="020B0604020202020204" pitchFamily="34" charset="0"/>
                        <a:buChar char="•"/>
                      </a:pPr>
                      <a:r>
                        <a:rPr lang="en-US" sz="2200" b="0" i="0" u="none" strike="noStrike" kern="1200" baseline="0" dirty="0">
                          <a:solidFill>
                            <a:schemeClr val="dk1"/>
                          </a:solidFill>
                          <a:latin typeface="Times New Roman" panose="02020603050405020304" pitchFamily="18" charset="0"/>
                          <a:ea typeface="+mn-ea"/>
                          <a:cs typeface="Times New Roman" panose="02020603050405020304" pitchFamily="18" charset="0"/>
                        </a:rPr>
                        <a:t> </a:t>
                      </a:r>
                      <a:r>
                        <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Analysis and Development of First Order High Pass Active Filter </a:t>
                      </a:r>
                      <a:endParaRPr lang="en-US" sz="1800" dirty="0">
                        <a:latin typeface="Times New Roman" panose="02020603050405020304" pitchFamily="18" charset="0"/>
                        <a:ea typeface="Calibri"/>
                        <a:cs typeface="Times New Roman" panose="02020603050405020304" pitchFamily="18" charset="0"/>
                      </a:endParaRPr>
                    </a:p>
                  </a:txBody>
                  <a:tcPr marL="68579" marR="68579" marT="0" marB="0"/>
                </a:tc>
                <a:tc>
                  <a:txBody>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Design and analyze a first-order high-pass active filter to attenuate low frequencies.</a:t>
                      </a:r>
                    </a:p>
                  </a:txBody>
                  <a:tcPr anchor="ctr"/>
                </a:tc>
                <a:tc>
                  <a:txBody>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Transfer function analysis, op-amp-based circuit, simulation using MATLAB/PSPICE.</a:t>
                      </a:r>
                    </a:p>
                  </a:txBody>
                  <a:tcPr anchor="ctr"/>
                </a:tc>
                <a:tc>
                  <a:txBody>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Limited to low-order filtering, requires power supply, dependent on op-amp quality.</a:t>
                      </a:r>
                    </a:p>
                  </a:txBody>
                  <a:tcPr anchor="ctr"/>
                </a:tc>
                <a:extLst>
                  <a:ext uri="{0D108BD9-81ED-4DB2-BD59-A6C34878D82A}">
                    <a16:rowId xmlns:a16="http://schemas.microsoft.com/office/drawing/2014/main" val="10002"/>
                  </a:ext>
                </a:extLst>
              </a:tr>
              <a:tr h="2109530">
                <a:tc>
                  <a:txBody>
                    <a:bodyPr/>
                    <a:lstStyle/>
                    <a:p>
                      <a:pPr algn="just">
                        <a:lnSpc>
                          <a:spcPct val="115000"/>
                        </a:lnSpc>
                        <a:spcAft>
                          <a:spcPts val="0"/>
                        </a:spcAft>
                      </a:pPr>
                      <a:r>
                        <a:rPr lang="en-US" sz="1800" dirty="0">
                          <a:latin typeface="+mn-lt"/>
                          <a:ea typeface="Calibri"/>
                          <a:cs typeface="Times New Roman"/>
                        </a:rPr>
                        <a:t>3.</a:t>
                      </a:r>
                    </a:p>
                  </a:txBody>
                  <a:tcPr marL="68579" marR="68579" marT="0" marB="0"/>
                </a:tc>
                <a:tc>
                  <a:txBody>
                    <a:bodyPr/>
                    <a:lstStyle/>
                    <a:p>
                      <a:pPr marL="342900" indent="-342900">
                        <a:buFont typeface="Arial" panose="020B0604020202020204" pitchFamily="34" charset="0"/>
                        <a:buChar char="•"/>
                      </a:pP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pPr marL="342900" indent="-342900">
                        <a:buFont typeface="Arial" panose="020B0604020202020204" pitchFamily="34" charset="0"/>
                        <a:buChar char="•"/>
                      </a:pP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pPr marL="342900" indent="-342900">
                        <a:buFont typeface="Arial" panose="020B0604020202020204" pitchFamily="34" charset="0"/>
                        <a:buChar char="•"/>
                      </a:pPr>
                      <a:r>
                        <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Importance of High Order High Pass and Low Pass Filters</a:t>
                      </a:r>
                      <a:endParaRPr lang="en-US" sz="1800" b="0" dirty="0">
                        <a:latin typeface="Times New Roman" panose="02020603050405020304" pitchFamily="18" charset="0"/>
                        <a:ea typeface="Calibri"/>
                        <a:cs typeface="Times New Roman" panose="02020603050405020304" pitchFamily="18" charset="0"/>
                      </a:endParaRPr>
                    </a:p>
                  </a:txBody>
                  <a:tcPr marL="68579" marR="68579" marT="0" marB="0"/>
                </a:tc>
                <a:tc>
                  <a:txBody>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Design and analyze high-pass and low-pass filters for efficient signal processing.</a:t>
                      </a:r>
                    </a:p>
                  </a:txBody>
                  <a:tcPr anchor="ctr"/>
                </a:tc>
                <a:tc>
                  <a:txBody>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Transfer function analysis, circuit design with op-amps, MATLAB/PSPICE simulations.</a:t>
                      </a:r>
                    </a:p>
                  </a:txBody>
                  <a:tcPr anchor="ctr"/>
                </a:tc>
                <a:tc>
                  <a:txBody>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Limited order sharpness, requires external power, affected by op-amp non-idealities.</a:t>
                      </a:r>
                    </a:p>
                  </a:txBody>
                  <a:tcPr anchor="ctr"/>
                </a:tc>
                <a:extLst>
                  <a:ext uri="{0D108BD9-81ED-4DB2-BD59-A6C34878D82A}">
                    <a16:rowId xmlns:a16="http://schemas.microsoft.com/office/drawing/2014/main" val="3583083064"/>
                  </a:ext>
                </a:extLst>
              </a:tr>
            </a:tbl>
          </a:graphicData>
        </a:graphic>
      </p:graphicFrame>
    </p:spTree>
    <p:extLst>
      <p:ext uri="{BB962C8B-B14F-4D97-AF65-F5344CB8AC3E}">
        <p14:creationId xmlns:p14="http://schemas.microsoft.com/office/powerpoint/2010/main" val="191573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84E98-78B2-8737-F21F-4292349967BE}"/>
              </a:ext>
            </a:extLst>
          </p:cNvPr>
          <p:cNvSpPr>
            <a:spLocks noGrp="1"/>
          </p:cNvSpPr>
          <p:nvPr>
            <p:ph type="title"/>
          </p:nvPr>
        </p:nvSpPr>
        <p:spPr>
          <a:xfrm>
            <a:off x="609521" y="288370"/>
            <a:ext cx="10971372" cy="719792"/>
          </a:xfrm>
        </p:spPr>
        <p:txBody>
          <a:bodyPr>
            <a:normAutofit fontScale="90000"/>
          </a:bodyPr>
          <a:lstStyle/>
          <a:p>
            <a:pPr algn="l"/>
            <a:r>
              <a:rPr lang="en-IN" dirty="0">
                <a:solidFill>
                  <a:srgbClr val="FF0000"/>
                </a:solidFill>
              </a:rPr>
              <a:t>Filters:</a:t>
            </a:r>
          </a:p>
        </p:txBody>
      </p:sp>
      <p:sp>
        <p:nvSpPr>
          <p:cNvPr id="5" name="TextBox 4">
            <a:extLst>
              <a:ext uri="{FF2B5EF4-FFF2-40B4-BE49-F238E27FC236}">
                <a16:creationId xmlns:a16="http://schemas.microsoft.com/office/drawing/2014/main" id="{42B97DE4-432B-B63E-B6DB-400E84259E13}"/>
              </a:ext>
            </a:extLst>
          </p:cNvPr>
          <p:cNvSpPr txBox="1"/>
          <p:nvPr/>
        </p:nvSpPr>
        <p:spPr>
          <a:xfrm>
            <a:off x="613188" y="1020586"/>
            <a:ext cx="10971372" cy="646330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High-pass and low-pass filters are essential tools in audio signal processing, including music instrument detection. They help isolate specific frequency ranges that are characteristic of particular instruments</a:t>
            </a:r>
          </a:p>
          <a:p>
            <a:endParaRPr lang="en-US" dirty="0">
              <a:latin typeface="Times New Roman" panose="02020603050405020304" pitchFamily="18" charset="0"/>
              <a:cs typeface="Times New Roman" panose="02020603050405020304" pitchFamily="18" charset="0"/>
            </a:endParaRPr>
          </a:p>
          <a:p>
            <a:r>
              <a:rPr lang="en-US" b="1" dirty="0">
                <a:solidFill>
                  <a:srgbClr val="FF0000"/>
                </a:solidFill>
                <a:latin typeface="Times New Roman" panose="02020603050405020304" pitchFamily="18" charset="0"/>
                <a:cs typeface="Times New Roman" panose="02020603050405020304" pitchFamily="18" charset="0"/>
              </a:rPr>
              <a:t>Role of High-Pass and Low-Pass Filters</a:t>
            </a:r>
          </a:p>
          <a:p>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solidFill>
                  <a:srgbClr val="FF0000"/>
                </a:solidFill>
                <a:latin typeface="Times New Roman" panose="02020603050405020304" pitchFamily="18" charset="0"/>
                <a:cs typeface="Times New Roman" panose="02020603050405020304" pitchFamily="18" charset="0"/>
              </a:rPr>
              <a:t>High-Pass Filter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Allows high frequencies to pass and attenuates frequencies below a specified cutoff.</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Instruments like flutes, violins, and guitars produce sound predominantly in higher frequency </a:t>
            </a:r>
            <a:r>
              <a:rPr lang="en-US" dirty="0" err="1">
                <a:latin typeface="Times New Roman" panose="02020603050405020304" pitchFamily="18" charset="0"/>
                <a:cs typeface="Times New Roman" panose="02020603050405020304" pitchFamily="18" charset="0"/>
              </a:rPr>
              <a:t>ranges.A</a:t>
            </a:r>
            <a:r>
              <a:rPr lang="en-US" dirty="0">
                <a:latin typeface="Times New Roman" panose="02020603050405020304" pitchFamily="18" charset="0"/>
                <a:cs typeface="Times New Roman" panose="02020603050405020304" pitchFamily="18" charset="0"/>
              </a:rPr>
              <a:t> high-pass filter can be applied to remove low-frequency noise or interference (e.g., background hum, bass sounds) before analyzing the spectral </a:t>
            </a:r>
            <a:r>
              <a:rPr lang="en-US" dirty="0" err="1">
                <a:latin typeface="Times New Roman" panose="02020603050405020304" pitchFamily="18" charset="0"/>
                <a:cs typeface="Times New Roman" panose="02020603050405020304" pitchFamily="18" charset="0"/>
              </a:rPr>
              <a:t>features.In</a:t>
            </a:r>
            <a:r>
              <a:rPr lang="en-US" dirty="0">
                <a:latin typeface="Times New Roman" panose="02020603050405020304" pitchFamily="18" charset="0"/>
                <a:cs typeface="Times New Roman" panose="02020603050405020304" pitchFamily="18" charset="0"/>
              </a:rPr>
              <a:t> this code, you could add a high-pass filter to preprocess </a:t>
            </a:r>
            <a:r>
              <a:rPr lang="en-US" dirty="0" err="1">
                <a:latin typeface="Times New Roman" panose="02020603050405020304" pitchFamily="18" charset="0"/>
                <a:cs typeface="Times New Roman" panose="02020603050405020304" pitchFamily="18" charset="0"/>
              </a:rPr>
              <a:t>audioData</a:t>
            </a:r>
            <a:r>
              <a:rPr lang="en-US" dirty="0">
                <a:latin typeface="Times New Roman" panose="02020603050405020304" pitchFamily="18" charset="0"/>
                <a:cs typeface="Times New Roman" panose="02020603050405020304" pitchFamily="18" charset="0"/>
              </a:rPr>
              <a:t> before computing the FFT to improve the detection of high-frequency instruments.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solidFill>
                  <a:srgbClr val="FF0000"/>
                </a:solidFill>
                <a:latin typeface="Times New Roman" panose="02020603050405020304" pitchFamily="18" charset="0"/>
                <a:cs typeface="Times New Roman" panose="02020603050405020304" pitchFamily="18" charset="0"/>
              </a:rPr>
              <a:t>Low-Pass Filter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Allows low frequencies to pass and attenuates frequencies above a specified cutoff.</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Instruments like bass guitar, table , or kick drums produce sound in the lower frequency </a:t>
            </a:r>
            <a:r>
              <a:rPr lang="en-US" dirty="0" err="1">
                <a:latin typeface="Times New Roman" panose="02020603050405020304" pitchFamily="18" charset="0"/>
                <a:cs typeface="Times New Roman" panose="02020603050405020304" pitchFamily="18" charset="0"/>
              </a:rPr>
              <a:t>range.A</a:t>
            </a:r>
            <a:r>
              <a:rPr lang="en-US" dirty="0">
                <a:latin typeface="Times New Roman" panose="02020603050405020304" pitchFamily="18" charset="0"/>
                <a:cs typeface="Times New Roman" panose="02020603050405020304" pitchFamily="18" charset="0"/>
              </a:rPr>
              <a:t> low-pass filter can help suppress higher-frequency harmonics or noise, making it easier to identify the fundamental frequencies of these instruments . Adding a low-pass filter in this code could help refine the detection of low-frequency instruments.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US" dirty="0"/>
          </a:p>
          <a:p>
            <a:endParaRPr lang="en-IN" dirty="0"/>
          </a:p>
        </p:txBody>
      </p:sp>
    </p:spTree>
    <p:extLst>
      <p:ext uri="{BB962C8B-B14F-4D97-AF65-F5344CB8AC3E}">
        <p14:creationId xmlns:p14="http://schemas.microsoft.com/office/powerpoint/2010/main" val="2429722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1784A-5FC7-8FAF-7B10-2E1B67C378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26BAD-94F2-668D-E829-C50CFD5988C1}"/>
              </a:ext>
            </a:extLst>
          </p:cNvPr>
          <p:cNvSpPr>
            <a:spLocks noGrp="1"/>
          </p:cNvSpPr>
          <p:nvPr>
            <p:ph type="title"/>
          </p:nvPr>
        </p:nvSpPr>
        <p:spPr/>
        <p:txBody>
          <a:bodyPr>
            <a:normAutofit fontScale="90000"/>
          </a:bodyPr>
          <a:lstStyle/>
          <a:p>
            <a:pPr algn="l"/>
            <a:br>
              <a:rPr lang="en-US" sz="5400" b="0" dirty="0">
                <a:latin typeface="Times New Roman" panose="02020603050405020304" pitchFamily="18" charset="0"/>
                <a:cs typeface="Times New Roman" panose="02020603050405020304" pitchFamily="18" charset="0"/>
              </a:rPr>
            </a:br>
            <a:br>
              <a:rPr lang="en-US" sz="5400" b="0" dirty="0">
                <a:latin typeface="Times New Roman" panose="02020603050405020304" pitchFamily="18" charset="0"/>
                <a:cs typeface="Times New Roman" panose="02020603050405020304" pitchFamily="18" charset="0"/>
              </a:rPr>
            </a:br>
            <a:br>
              <a:rPr lang="en-US" sz="5400" b="0" dirty="0">
                <a:solidFill>
                  <a:srgbClr val="FF0000"/>
                </a:solidFill>
                <a:latin typeface="Times New Roman" panose="02020603050405020304" pitchFamily="18" charset="0"/>
                <a:cs typeface="Times New Roman" panose="02020603050405020304" pitchFamily="18" charset="0"/>
              </a:rPr>
            </a:br>
            <a:r>
              <a:rPr lang="en-US" sz="5400" b="0" dirty="0">
                <a:solidFill>
                  <a:srgbClr val="FF0000"/>
                </a:solidFill>
                <a:latin typeface="Times New Roman" panose="02020603050405020304" pitchFamily="18" charset="0"/>
                <a:cs typeface="Times New Roman" panose="02020603050405020304" pitchFamily="18" charset="0"/>
              </a:rPr>
              <a:t>Signal Specifications</a:t>
            </a:r>
            <a:br>
              <a:rPr lang="en-IN" sz="5400" b="0" dirty="0">
                <a:latin typeface="Times New Roman" panose="02020603050405020304" pitchFamily="18" charset="0"/>
                <a:cs typeface="Times New Roman" panose="02020603050405020304" pitchFamily="18" charset="0"/>
              </a:rPr>
            </a:br>
            <a:br>
              <a:rPr lang="en-IN" sz="5400" b="0" dirty="0">
                <a:latin typeface="Times New Roman" panose="02020603050405020304" pitchFamily="18" charset="0"/>
                <a:cs typeface="Times New Roman" panose="02020603050405020304" pitchFamily="18" charset="0"/>
              </a:rPr>
            </a:br>
            <a:br>
              <a:rPr lang="en-US" b="0" dirty="0">
                <a:solidFill>
                  <a:srgbClr val="FF0000"/>
                </a:solidFill>
                <a:latin typeface="+mn-lt"/>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F6E32F1-665C-D1F3-8AB5-474DE8210C48}"/>
              </a:ext>
            </a:extLst>
          </p:cNvPr>
          <p:cNvSpPr>
            <a:spLocks noGrp="1"/>
          </p:cNvSpPr>
          <p:nvPr>
            <p:ph idx="1"/>
          </p:nvPr>
        </p:nvSpPr>
        <p:spPr>
          <a:xfrm>
            <a:off x="478582" y="1296194"/>
            <a:ext cx="10971372" cy="5544616"/>
          </a:xfrm>
        </p:spPr>
        <p:txBody>
          <a:bodyPr>
            <a:noAutofit/>
          </a:bodyPr>
          <a:lstStyle/>
          <a:p>
            <a:pPr marL="0" indent="0">
              <a:buNone/>
            </a:pPr>
            <a:r>
              <a:rPr lang="en-IN" sz="1600" b="1" dirty="0"/>
              <a:t>1. Audio Format</a:t>
            </a:r>
          </a:p>
          <a:p>
            <a:pPr>
              <a:buFont typeface="Arial" panose="020B0604020202020204" pitchFamily="34" charset="0"/>
              <a:buChar char="•"/>
            </a:pPr>
            <a:r>
              <a:rPr lang="en-IN" sz="1600" b="1" dirty="0"/>
              <a:t>Supported Formats</a:t>
            </a:r>
            <a:r>
              <a:rPr lang="en-IN" sz="1600" dirty="0"/>
              <a:t>: WAV </a:t>
            </a:r>
          </a:p>
          <a:p>
            <a:pPr>
              <a:buFont typeface="Arial" panose="020B0604020202020204" pitchFamily="34" charset="0"/>
              <a:buChar char="•"/>
            </a:pPr>
            <a:r>
              <a:rPr lang="en-IN" sz="1600" b="1" dirty="0"/>
              <a:t>Bit Depth</a:t>
            </a:r>
            <a:r>
              <a:rPr lang="en-IN" sz="1600" dirty="0"/>
              <a:t>: 16-bit or higher</a:t>
            </a:r>
          </a:p>
          <a:p>
            <a:pPr>
              <a:buFont typeface="Arial" panose="020B0604020202020204" pitchFamily="34" charset="0"/>
              <a:buChar char="•"/>
            </a:pPr>
            <a:r>
              <a:rPr lang="en-IN" sz="1600" b="1" dirty="0"/>
              <a:t>Sampling Rate</a:t>
            </a:r>
            <a:r>
              <a:rPr lang="en-IN" sz="1600" dirty="0"/>
              <a:t>: 16 kHz </a:t>
            </a:r>
          </a:p>
          <a:p>
            <a:pPr marL="0" indent="0">
              <a:buNone/>
            </a:pPr>
            <a:endParaRPr lang="en-IN" sz="1600" b="1" dirty="0"/>
          </a:p>
          <a:p>
            <a:pPr marL="0" indent="0">
              <a:buNone/>
            </a:pPr>
            <a:r>
              <a:rPr lang="en-IN" sz="1600" b="1" dirty="0"/>
              <a:t>2. Frequency Range</a:t>
            </a:r>
          </a:p>
          <a:p>
            <a:r>
              <a:rPr lang="en-US" sz="1600" b="1" dirty="0"/>
              <a:t>Low Frequencies</a:t>
            </a:r>
            <a:r>
              <a:rPr lang="en-US" sz="1600" dirty="0"/>
              <a:t>: 20 Hz to 200 Hz (</a:t>
            </a:r>
            <a:r>
              <a:rPr lang="en-US" sz="1600" dirty="0" err="1"/>
              <a:t>eg</a:t>
            </a:r>
            <a:r>
              <a:rPr lang="en-US" sz="1600" dirty="0"/>
              <a:t> guitar, table )</a:t>
            </a:r>
          </a:p>
          <a:p>
            <a:r>
              <a:rPr lang="en-US" sz="1600" b="1" dirty="0"/>
              <a:t>Mid Frequencies</a:t>
            </a:r>
            <a:r>
              <a:rPr lang="en-US" sz="1600" dirty="0"/>
              <a:t>: 200 Hz to 2 kHz (</a:t>
            </a:r>
            <a:r>
              <a:rPr lang="en-US" sz="1600" dirty="0" err="1"/>
              <a:t>eg</a:t>
            </a:r>
            <a:r>
              <a:rPr lang="en-US" sz="1600" dirty="0"/>
              <a:t> piano, guitar, violin).</a:t>
            </a:r>
          </a:p>
          <a:p>
            <a:r>
              <a:rPr lang="en-US" sz="1600" b="1" dirty="0"/>
              <a:t>High Frequencies</a:t>
            </a:r>
            <a:r>
              <a:rPr lang="en-US" sz="1600" dirty="0"/>
              <a:t>: 2 kHz to 16 kHz (</a:t>
            </a:r>
            <a:r>
              <a:rPr lang="en-US" sz="1600" dirty="0" err="1"/>
              <a:t>eg</a:t>
            </a:r>
            <a:r>
              <a:rPr lang="en-US" sz="1600" dirty="0"/>
              <a:t> flute).</a:t>
            </a:r>
          </a:p>
          <a:p>
            <a:pPr marL="0" indent="0">
              <a:buNone/>
            </a:pPr>
            <a:r>
              <a:rPr lang="en-IN" sz="1600" b="1" dirty="0"/>
              <a:t>3.Signal Duration</a:t>
            </a:r>
          </a:p>
          <a:p>
            <a:r>
              <a:rPr lang="en-IN" sz="1600" dirty="0"/>
              <a:t>10-20seconds</a:t>
            </a:r>
          </a:p>
          <a:p>
            <a:pPr marL="0" indent="0">
              <a:buNone/>
            </a:pPr>
            <a:r>
              <a:rPr lang="en-IN" sz="1600" b="1" dirty="0"/>
              <a:t>4 Filtering Parameters</a:t>
            </a:r>
          </a:p>
          <a:p>
            <a:pPr>
              <a:buFont typeface="Arial" panose="020B0604020202020204" pitchFamily="34" charset="0"/>
              <a:buChar char="•"/>
            </a:pPr>
            <a:r>
              <a:rPr lang="en-IN" sz="1600" b="1" dirty="0"/>
              <a:t>Low-Pass Filter</a:t>
            </a:r>
            <a:r>
              <a:rPr lang="en-IN" sz="1600" dirty="0"/>
              <a:t>:</a:t>
            </a:r>
          </a:p>
          <a:p>
            <a:pPr marL="742950" lvl="1" indent="-285750">
              <a:buFont typeface="Arial" panose="020B0604020202020204" pitchFamily="34" charset="0"/>
              <a:buChar char="•"/>
            </a:pPr>
            <a:r>
              <a:rPr lang="en-IN" sz="1600" dirty="0"/>
              <a:t>Passband Frequency: Below 1 kHz.</a:t>
            </a:r>
          </a:p>
          <a:p>
            <a:pPr marL="742950" lvl="1" indent="-285750">
              <a:buFont typeface="Arial" panose="020B0604020202020204" pitchFamily="34" charset="0"/>
              <a:buChar char="•"/>
            </a:pPr>
            <a:r>
              <a:rPr lang="en-IN" sz="1600" dirty="0"/>
              <a:t>Stopband Frequency: 1.2 kHz.</a:t>
            </a:r>
          </a:p>
          <a:p>
            <a:pPr>
              <a:buFont typeface="Arial" panose="020B0604020202020204" pitchFamily="34" charset="0"/>
              <a:buChar char="•"/>
            </a:pPr>
            <a:r>
              <a:rPr lang="en-IN" sz="1600" b="1" dirty="0"/>
              <a:t>High-Pass Filter</a:t>
            </a:r>
            <a:r>
              <a:rPr lang="en-IN" sz="1600" dirty="0"/>
              <a:t>:</a:t>
            </a:r>
          </a:p>
          <a:p>
            <a:pPr marL="742950" lvl="1" indent="-285750">
              <a:buFont typeface="Arial" panose="020B0604020202020204" pitchFamily="34" charset="0"/>
              <a:buChar char="•"/>
            </a:pPr>
            <a:r>
              <a:rPr lang="en-IN" sz="1600" dirty="0"/>
              <a:t>Passband Frequency: Above 200 Hz.</a:t>
            </a:r>
          </a:p>
          <a:p>
            <a:pPr marL="742950" lvl="1" indent="-285750">
              <a:buFont typeface="Arial" panose="020B0604020202020204" pitchFamily="34" charset="0"/>
              <a:buChar char="•"/>
            </a:pPr>
            <a:r>
              <a:rPr lang="en-IN" sz="1600" dirty="0"/>
              <a:t>Stopband Frequency: Below 100 Hz.</a:t>
            </a:r>
          </a:p>
          <a:p>
            <a:pPr marL="0" indent="0">
              <a:buNone/>
            </a:pPr>
            <a:endParaRPr lang="en-IN" sz="1200" dirty="0"/>
          </a:p>
          <a:p>
            <a:pPr marL="0" indent="0">
              <a:buNone/>
            </a:pPr>
            <a:endParaRPr lang="en-IN" sz="1200" b="1" dirty="0"/>
          </a:p>
          <a:p>
            <a:pPr marL="0" indent="0">
              <a:buNone/>
            </a:pPr>
            <a:endParaRPr lang="en-IN" sz="1200" b="1" dirty="0"/>
          </a:p>
          <a:p>
            <a:pPr marL="742950" lvl="1" indent="-285750">
              <a:buFont typeface="Arial" panose="020B0604020202020204" pitchFamily="34" charset="0"/>
              <a:buChar char="•"/>
            </a:pPr>
            <a:endParaRPr lang="en-IN" sz="1200" dirty="0"/>
          </a:p>
          <a:p>
            <a:pPr algn="just">
              <a:lnSpc>
                <a:spcPct val="200000"/>
              </a:lnSpc>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8816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latin typeface="+mn-lt"/>
              </a:rPr>
              <a:t>Block Diagram </a:t>
            </a:r>
            <a:endParaRPr lang="en-US" dirty="0">
              <a:solidFill>
                <a:srgbClr val="FF0000"/>
              </a:solidFill>
              <a:latin typeface="+mn-lt"/>
            </a:endParaRPr>
          </a:p>
        </p:txBody>
      </p:sp>
      <p:graphicFrame>
        <p:nvGraphicFramePr>
          <p:cNvPr id="8" name="Object 7">
            <a:extLst>
              <a:ext uri="{FF2B5EF4-FFF2-40B4-BE49-F238E27FC236}">
                <a16:creationId xmlns:a16="http://schemas.microsoft.com/office/drawing/2014/main" id="{BD892024-7A4E-8BC2-AFED-1F705F8D8F22}"/>
              </a:ext>
            </a:extLst>
          </p:cNvPr>
          <p:cNvGraphicFramePr>
            <a:graphicFrameLocks noChangeAspect="1"/>
          </p:cNvGraphicFramePr>
          <p:nvPr>
            <p:extLst>
              <p:ext uri="{D42A27DB-BD31-4B8C-83A1-F6EECF244321}">
                <p14:modId xmlns:p14="http://schemas.microsoft.com/office/powerpoint/2010/main" val="4189234586"/>
              </p:ext>
            </p:extLst>
          </p:nvPr>
        </p:nvGraphicFramePr>
        <p:xfrm>
          <a:off x="1378123" y="1800250"/>
          <a:ext cx="9434165" cy="4608040"/>
        </p:xfrm>
        <a:graphic>
          <a:graphicData uri="http://schemas.openxmlformats.org/presentationml/2006/ole">
            <mc:AlternateContent xmlns:mc="http://schemas.openxmlformats.org/markup-compatibility/2006">
              <mc:Choice xmlns:v="urn:schemas-microsoft-com:vml" Requires="v">
                <p:oleObj name="Acrobat Document" r:id="rId2" imgW="10972800" imgH="6172200" progId="Acrobat.Document.DC">
                  <p:embed/>
                </p:oleObj>
              </mc:Choice>
              <mc:Fallback>
                <p:oleObj name="Acrobat Document" r:id="rId2" imgW="10972800" imgH="6172200" progId="Acrobat.Document.DC">
                  <p:embed/>
                  <p:pic>
                    <p:nvPicPr>
                      <p:cNvPr id="0" name=""/>
                      <p:cNvPicPr/>
                      <p:nvPr/>
                    </p:nvPicPr>
                    <p:blipFill>
                      <a:blip r:embed="rId3"/>
                      <a:stretch>
                        <a:fillRect/>
                      </a:stretch>
                    </p:blipFill>
                    <p:spPr>
                      <a:xfrm>
                        <a:off x="1378123" y="1800250"/>
                        <a:ext cx="9434165" cy="4608040"/>
                      </a:xfrm>
                      <a:prstGeom prst="rect">
                        <a:avLst/>
                      </a:prstGeom>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AF3A9-A02E-AA20-A9F7-4A38BCAB57BE}"/>
              </a:ext>
            </a:extLst>
          </p:cNvPr>
          <p:cNvSpPr>
            <a:spLocks noGrp="1"/>
          </p:cNvSpPr>
          <p:nvPr>
            <p:ph type="title"/>
          </p:nvPr>
        </p:nvSpPr>
        <p:spPr/>
        <p:txBody>
          <a:bodyPr/>
          <a:lstStyle/>
          <a:p>
            <a:pPr algn="l"/>
            <a:r>
              <a:rPr lang="en-IN" dirty="0">
                <a:solidFill>
                  <a:srgbClr val="FF0000"/>
                </a:solidFill>
              </a:rPr>
              <a:t>Results</a:t>
            </a:r>
          </a:p>
        </p:txBody>
      </p:sp>
      <p:sp>
        <p:nvSpPr>
          <p:cNvPr id="4" name="Rectangle 1">
            <a:extLst>
              <a:ext uri="{FF2B5EF4-FFF2-40B4-BE49-F238E27FC236}">
                <a16:creationId xmlns:a16="http://schemas.microsoft.com/office/drawing/2014/main" id="{61A061E9-C928-72E4-7CD7-E9F15C1A89CE}"/>
              </a:ext>
            </a:extLst>
          </p:cNvPr>
          <p:cNvSpPr>
            <a:spLocks noGrp="1" noChangeArrowheads="1"/>
          </p:cNvSpPr>
          <p:nvPr>
            <p:ph idx="1"/>
          </p:nvPr>
        </p:nvSpPr>
        <p:spPr bwMode="auto">
          <a:xfrm>
            <a:off x="472043" y="1488520"/>
            <a:ext cx="1124632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 collection of </a:t>
            </a:r>
            <a:r>
              <a:rPr kumimoji="0" lang="en-US" altLang="en-US" sz="2400" b="0" i="0" u="none" strike="noStrike" cap="none" normalizeH="0" baseline="0" dirty="0">
                <a:ln>
                  <a:noFill/>
                </a:ln>
                <a:solidFill>
                  <a:schemeClr val="tx1"/>
                </a:solidFill>
                <a:effectLst/>
                <a:latin typeface="Arial Unicode MS"/>
              </a:rPr>
              <a:t>.wav</a:t>
            </a:r>
            <a:r>
              <a:rPr kumimoji="0" lang="en-US" altLang="en-US" sz="2400" b="0" i="0" u="none" strike="noStrike" cap="none" normalizeH="0" baseline="0" dirty="0">
                <a:ln>
                  <a:noFill/>
                </a:ln>
                <a:solidFill>
                  <a:schemeClr val="tx1"/>
                </a:solidFill>
                <a:effectLst/>
              </a:rPr>
              <a:t> audio files was prepared, each representing a specific instrument (e.g., Piano, Guitar, </a:t>
            </a:r>
            <a:r>
              <a:rPr kumimoji="0" lang="en-US" altLang="en-US" sz="2400" b="0" i="0" u="none" strike="noStrike" cap="none" normalizeH="0" baseline="0" dirty="0" err="1">
                <a:ln>
                  <a:noFill/>
                </a:ln>
                <a:solidFill>
                  <a:schemeClr val="tx1"/>
                </a:solidFill>
                <a:effectLst/>
              </a:rPr>
              <a:t>Tabla</a:t>
            </a:r>
            <a:r>
              <a:rPr kumimoji="0" lang="en-US" altLang="en-US" sz="2400" b="0" i="0" u="none" strike="noStrike" cap="none" normalizeH="0" baseline="0" dirty="0">
                <a:ln>
                  <a:noFill/>
                </a:ln>
                <a:solidFill>
                  <a:schemeClr val="tx1"/>
                </a:solidFill>
                <a:effectLst/>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program was tested on these files to identify the instrument using its peak frequency detection logic.</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results were compared to the known instrument labels to evaluate accuracy. </a:t>
            </a:r>
          </a:p>
        </p:txBody>
      </p:sp>
    </p:spTree>
    <p:extLst>
      <p:ext uri="{BB962C8B-B14F-4D97-AF65-F5344CB8AC3E}">
        <p14:creationId xmlns:p14="http://schemas.microsoft.com/office/powerpoint/2010/main" val="2271937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9AE1E-C3BE-C8BB-3639-AF21C3384257}"/>
              </a:ext>
            </a:extLst>
          </p:cNvPr>
          <p:cNvSpPr>
            <a:spLocks noGrp="1"/>
          </p:cNvSpPr>
          <p:nvPr>
            <p:ph type="title"/>
          </p:nvPr>
        </p:nvSpPr>
        <p:spPr>
          <a:xfrm>
            <a:off x="609521" y="288370"/>
            <a:ext cx="10971372" cy="1200150"/>
          </a:xfrm>
        </p:spPr>
        <p:txBody>
          <a:bodyPr>
            <a:normAutofit/>
          </a:bodyPr>
          <a:lstStyle/>
          <a:p>
            <a:pPr algn="l"/>
            <a:r>
              <a:rPr lang="en-IN" dirty="0">
                <a:solidFill>
                  <a:srgbClr val="FF0000"/>
                </a:solidFill>
              </a:rPr>
              <a:t>Sample Results:</a:t>
            </a:r>
          </a:p>
        </p:txBody>
      </p:sp>
      <p:pic>
        <p:nvPicPr>
          <p:cNvPr id="5" name="Content Placeholder 4">
            <a:extLst>
              <a:ext uri="{FF2B5EF4-FFF2-40B4-BE49-F238E27FC236}">
                <a16:creationId xmlns:a16="http://schemas.microsoft.com/office/drawing/2014/main" id="{04618699-6678-07FC-E924-A8D3718ACD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8582" y="1488520"/>
            <a:ext cx="5256584" cy="4704218"/>
          </a:xfrm>
        </p:spPr>
      </p:pic>
      <p:pic>
        <p:nvPicPr>
          <p:cNvPr id="7" name="Picture 6">
            <a:extLst>
              <a:ext uri="{FF2B5EF4-FFF2-40B4-BE49-F238E27FC236}">
                <a16:creationId xmlns:a16="http://schemas.microsoft.com/office/drawing/2014/main" id="{CF0E7FB2-683D-4BDC-21CC-2FE0740EF5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6035" y="1488520"/>
            <a:ext cx="5804719" cy="4704218"/>
          </a:xfrm>
          <a:prstGeom prst="rect">
            <a:avLst/>
          </a:prstGeom>
        </p:spPr>
      </p:pic>
    </p:spTree>
    <p:extLst>
      <p:ext uri="{BB962C8B-B14F-4D97-AF65-F5344CB8AC3E}">
        <p14:creationId xmlns:p14="http://schemas.microsoft.com/office/powerpoint/2010/main" val="659541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D5673-7475-B6D6-9F7D-E19E3886CBE7}"/>
              </a:ext>
            </a:extLst>
          </p:cNvPr>
          <p:cNvSpPr>
            <a:spLocks noGrp="1"/>
          </p:cNvSpPr>
          <p:nvPr>
            <p:ph type="title"/>
          </p:nvPr>
        </p:nvSpPr>
        <p:spPr/>
        <p:txBody>
          <a:bodyPr/>
          <a:lstStyle/>
          <a:p>
            <a:pPr algn="l"/>
            <a:r>
              <a:rPr lang="en-IN" dirty="0">
                <a:solidFill>
                  <a:srgbClr val="FF0000"/>
                </a:solidFill>
              </a:rPr>
              <a:t>Conclusion</a:t>
            </a:r>
          </a:p>
        </p:txBody>
      </p:sp>
      <p:sp>
        <p:nvSpPr>
          <p:cNvPr id="3" name="Content Placeholder 2">
            <a:extLst>
              <a:ext uri="{FF2B5EF4-FFF2-40B4-BE49-F238E27FC236}">
                <a16:creationId xmlns:a16="http://schemas.microsoft.com/office/drawing/2014/main" id="{4644E3D4-4548-3027-5017-033897105EA3}"/>
              </a:ext>
            </a:extLst>
          </p:cNvPr>
          <p:cNvSpPr>
            <a:spLocks noGrp="1"/>
          </p:cNvSpPr>
          <p:nvPr>
            <p:ph idx="1"/>
          </p:nvPr>
        </p:nvSpPr>
        <p:spPr/>
        <p:txBody>
          <a:bodyPr>
            <a:normAutofit/>
          </a:bodyPr>
          <a:lstStyle/>
          <a:p>
            <a:pPr marL="0" indent="0" algn="just">
              <a:buNone/>
            </a:pPr>
            <a:r>
              <a:rPr lang="en-US" sz="2400" dirty="0"/>
              <a:t>In this project, we developed an instrument detection system using Digital Signal Processing (DSP) techniques to analyze audio files and identify musical instruments. The system relies on extracting key features such as dominant frequencies, spectral content, and harmonic structures from the audio signal. Through these features, instruments like piano, guitar, </a:t>
            </a:r>
            <a:r>
              <a:rPr lang="en-US" sz="2400" dirty="0" err="1"/>
              <a:t>tabla</a:t>
            </a:r>
            <a:r>
              <a:rPr lang="en-US" sz="2400" dirty="0"/>
              <a:t>, and flute were successfully detected.</a:t>
            </a:r>
            <a:endParaRPr lang="en-IN" sz="2400" dirty="0"/>
          </a:p>
        </p:txBody>
      </p:sp>
    </p:spTree>
    <p:extLst>
      <p:ext uri="{BB962C8B-B14F-4D97-AF65-F5344CB8AC3E}">
        <p14:creationId xmlns:p14="http://schemas.microsoft.com/office/powerpoint/2010/main" val="1919960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latin typeface="+mn-lt"/>
              </a:rPr>
              <a:t>References</a:t>
            </a:r>
            <a:endParaRPr lang="en-US" dirty="0">
              <a:solidFill>
                <a:srgbClr val="FF0000"/>
              </a:solidFill>
              <a:latin typeface="+mn-lt"/>
            </a:endParaRPr>
          </a:p>
        </p:txBody>
      </p:sp>
      <p:sp>
        <p:nvSpPr>
          <p:cNvPr id="3" name="Content Placeholder 2"/>
          <p:cNvSpPr>
            <a:spLocks noGrp="1"/>
          </p:cNvSpPr>
          <p:nvPr>
            <p:ph idx="1"/>
          </p:nvPr>
        </p:nvSpPr>
        <p:spPr>
          <a:xfrm>
            <a:off x="609521" y="1680213"/>
            <a:ext cx="10971372" cy="5232317"/>
          </a:xfrm>
        </p:spPr>
        <p:txBody>
          <a:bodyPr>
            <a:normAutofit/>
          </a:bodyPr>
          <a:lstStyle/>
          <a:p>
            <a:pPr algn="just"/>
            <a:r>
              <a:rPr lang="en-US" sz="1800" dirty="0">
                <a:latin typeface="Times New Roman" panose="02020603050405020304" pitchFamily="18" charset="0"/>
                <a:cs typeface="Times New Roman" panose="02020603050405020304" pitchFamily="18" charset="0"/>
              </a:rPr>
              <a:t>[1] M. Krause and M. Müller, “Hierarchical classification for singing activity, gender, and type in complex music recordings,” in Proc. IEEE Int. Conf. </a:t>
            </a:r>
            <a:r>
              <a:rPr lang="en-US" sz="1800" dirty="0" err="1">
                <a:latin typeface="Times New Roman" panose="02020603050405020304" pitchFamily="18" charset="0"/>
                <a:cs typeface="Times New Roman" panose="02020603050405020304" pitchFamily="18" charset="0"/>
              </a:rPr>
              <a:t>Acoust</a:t>
            </a:r>
            <a:r>
              <a:rPr lang="en-US" sz="1800" dirty="0">
                <a:latin typeface="Times New Roman" panose="02020603050405020304" pitchFamily="18" charset="0"/>
                <a:cs typeface="Times New Roman" panose="02020603050405020304" pitchFamily="18" charset="0"/>
              </a:rPr>
              <a:t>. Speech Signal Process., 2022, pp. 406–410</a:t>
            </a:r>
          </a:p>
          <a:p>
            <a:pPr algn="just"/>
            <a:r>
              <a:rPr lang="en-US" sz="1800" dirty="0">
                <a:latin typeface="Times New Roman" panose="02020603050405020304" pitchFamily="18" charset="0"/>
                <a:cs typeface="Times New Roman" panose="02020603050405020304" pitchFamily="18" charset="0"/>
              </a:rPr>
              <a:t>.[2] A. J. </a:t>
            </a:r>
            <a:r>
              <a:rPr lang="en-US" sz="1800" dirty="0" err="1">
                <a:latin typeface="Times New Roman" panose="02020603050405020304" pitchFamily="18" charset="0"/>
                <a:cs typeface="Times New Roman" panose="02020603050405020304" pitchFamily="18" charset="0"/>
              </a:rPr>
              <a:t>Eronen</a:t>
            </a:r>
            <a:r>
              <a:rPr lang="en-US" sz="1800" dirty="0">
                <a:latin typeface="Times New Roman" panose="02020603050405020304" pitchFamily="18" charset="0"/>
                <a:cs typeface="Times New Roman" panose="02020603050405020304" pitchFamily="18" charset="0"/>
              </a:rPr>
              <a:t> and A. P. </a:t>
            </a:r>
            <a:r>
              <a:rPr lang="en-US" sz="1800" dirty="0" err="1">
                <a:latin typeface="Times New Roman" panose="02020603050405020304" pitchFamily="18" charset="0"/>
                <a:cs typeface="Times New Roman" panose="02020603050405020304" pitchFamily="18" charset="0"/>
              </a:rPr>
              <a:t>Klapuri</a:t>
            </a:r>
            <a:r>
              <a:rPr lang="en-US" sz="1800" dirty="0">
                <a:latin typeface="Times New Roman" panose="02020603050405020304" pitchFamily="18" charset="0"/>
                <a:cs typeface="Times New Roman" panose="02020603050405020304" pitchFamily="18" charset="0"/>
              </a:rPr>
              <a:t>, “Musical instrument recognition using cepstral coefficients and temporal features,” in Proc. IEEE Int. Conf. </a:t>
            </a:r>
            <a:r>
              <a:rPr lang="en-US" sz="1800" dirty="0" err="1">
                <a:latin typeface="Times New Roman" panose="02020603050405020304" pitchFamily="18" charset="0"/>
                <a:cs typeface="Times New Roman" panose="02020603050405020304" pitchFamily="18" charset="0"/>
              </a:rPr>
              <a:t>Acoust</a:t>
            </a:r>
            <a:r>
              <a:rPr lang="en-US" sz="1800" dirty="0">
                <a:latin typeface="Times New Roman" panose="02020603050405020304" pitchFamily="18" charset="0"/>
                <a:cs typeface="Times New Roman" panose="02020603050405020304" pitchFamily="18" charset="0"/>
              </a:rPr>
              <a:t>. Speech Signal Process., Istanbul, Turkey, 2000, pp. II753–II756.</a:t>
            </a:r>
          </a:p>
          <a:p>
            <a:pPr algn="just"/>
            <a:r>
              <a:rPr lang="en-US" sz="1800" dirty="0">
                <a:latin typeface="Times New Roman" panose="02020603050405020304" pitchFamily="18" charset="0"/>
                <a:cs typeface="Times New Roman" panose="02020603050405020304" pitchFamily="18" charset="0"/>
              </a:rPr>
              <a:t>[3] M. </a:t>
            </a:r>
            <a:r>
              <a:rPr lang="en-US" sz="1800" dirty="0" err="1">
                <a:latin typeface="Times New Roman" panose="02020603050405020304" pitchFamily="18" charset="0"/>
                <a:cs typeface="Times New Roman" panose="02020603050405020304" pitchFamily="18" charset="0"/>
              </a:rPr>
              <a:t>Grasis</a:t>
            </a:r>
            <a:r>
              <a:rPr lang="en-US" sz="1800" dirty="0">
                <a:latin typeface="Times New Roman" panose="02020603050405020304" pitchFamily="18" charset="0"/>
                <a:cs typeface="Times New Roman" panose="02020603050405020304" pitchFamily="18" charset="0"/>
              </a:rPr>
              <a:t>, J. </a:t>
            </a:r>
            <a:r>
              <a:rPr lang="en-US" sz="1800" dirty="0" err="1">
                <a:latin typeface="Times New Roman" panose="02020603050405020304" pitchFamily="18" charset="0"/>
                <a:cs typeface="Times New Roman" panose="02020603050405020304" pitchFamily="18" charset="0"/>
              </a:rPr>
              <a:t>Abeßer</a:t>
            </a:r>
            <a:r>
              <a:rPr lang="en-US" sz="1800" dirty="0">
                <a:latin typeface="Times New Roman" panose="02020603050405020304" pitchFamily="18" charset="0"/>
                <a:cs typeface="Times New Roman" panose="02020603050405020304" pitchFamily="18" charset="0"/>
              </a:rPr>
              <a:t>, C. Dittmar, and H. M. Lukashevich, “A multiple-expert framework for instrument recognition,” in Proc. Int. </a:t>
            </a:r>
            <a:r>
              <a:rPr lang="en-US" sz="1800" dirty="0" err="1">
                <a:latin typeface="Times New Roman" panose="02020603050405020304" pitchFamily="18" charset="0"/>
                <a:cs typeface="Times New Roman" panose="02020603050405020304" pitchFamily="18" charset="0"/>
              </a:rPr>
              <a:t>Symp</a:t>
            </a:r>
            <a:r>
              <a:rPr lang="en-US" sz="1800" dirty="0">
                <a:latin typeface="Times New Roman" panose="02020603050405020304" pitchFamily="18" charset="0"/>
                <a:cs typeface="Times New Roman" panose="02020603050405020304" pitchFamily="18" charset="0"/>
              </a:rPr>
              <a:t>. Sound Music Motion, Marseille, France, 2014, pp. 619–634.</a:t>
            </a:r>
          </a:p>
          <a:p>
            <a:pPr algn="just"/>
            <a:r>
              <a:rPr lang="en-US" sz="1800" dirty="0">
                <a:latin typeface="Times New Roman" panose="02020603050405020304" pitchFamily="18" charset="0"/>
                <a:cs typeface="Times New Roman" panose="02020603050405020304" pitchFamily="18" charset="0"/>
              </a:rPr>
              <a:t>[4] S. K. </a:t>
            </a:r>
            <a:r>
              <a:rPr lang="en-US" sz="1800" dirty="0" err="1">
                <a:latin typeface="Times New Roman" panose="02020603050405020304" pitchFamily="18" charset="0"/>
                <a:cs typeface="Times New Roman" panose="02020603050405020304" pitchFamily="18" charset="0"/>
              </a:rPr>
              <a:t>Tjoa</a:t>
            </a:r>
            <a:r>
              <a:rPr lang="en-US" sz="1800" dirty="0">
                <a:latin typeface="Times New Roman" panose="02020603050405020304" pitchFamily="18" charset="0"/>
                <a:cs typeface="Times New Roman" panose="02020603050405020304" pitchFamily="18" charset="0"/>
              </a:rPr>
              <a:t> and K. J. R. Liu, “Musical instrument recognition using biologically inspired filtering of temporal dictionary atoms,” in Proc. Int. Soc. Music Inf. Retrieval Conf., 2010, pp. 435–440.</a:t>
            </a:r>
          </a:p>
          <a:p>
            <a:pPr algn="just"/>
            <a:r>
              <a:rPr lang="en-US" sz="1800" dirty="0">
                <a:latin typeface="Times New Roman" panose="02020603050405020304" pitchFamily="18" charset="0"/>
                <a:cs typeface="Times New Roman" panose="02020603050405020304" pitchFamily="18" charset="0"/>
              </a:rPr>
              <a:t>[5] C. </a:t>
            </a:r>
            <a:r>
              <a:rPr lang="en-US" sz="1800" dirty="0" err="1">
                <a:latin typeface="Times New Roman" panose="02020603050405020304" pitchFamily="18" charset="0"/>
                <a:cs typeface="Times New Roman" panose="02020603050405020304" pitchFamily="18" charset="0"/>
              </a:rPr>
              <a:t>Joder</a:t>
            </a:r>
            <a:r>
              <a:rPr lang="en-US" sz="1800" dirty="0">
                <a:latin typeface="Times New Roman" panose="02020603050405020304" pitchFamily="18" charset="0"/>
                <a:cs typeface="Times New Roman" panose="02020603050405020304" pitchFamily="18" charset="0"/>
              </a:rPr>
              <a:t>, S. </a:t>
            </a:r>
            <a:r>
              <a:rPr lang="en-US" sz="1800" dirty="0" err="1">
                <a:latin typeface="Times New Roman" panose="02020603050405020304" pitchFamily="18" charset="0"/>
                <a:cs typeface="Times New Roman" panose="02020603050405020304" pitchFamily="18" charset="0"/>
              </a:rPr>
              <a:t>Essid</a:t>
            </a:r>
            <a:r>
              <a:rPr lang="en-US" sz="1800" dirty="0">
                <a:latin typeface="Times New Roman" panose="02020603050405020304" pitchFamily="18" charset="0"/>
                <a:cs typeface="Times New Roman" panose="02020603050405020304" pitchFamily="18" charset="0"/>
              </a:rPr>
              <a:t>, and G. Richard, “Temporal integration for audio classification with application to musical instrument classification,” IEEE Trans. Audio, Speech, Lang. Process., vol. 17, no. 1, pp. 174–186, Jan. 2009.</a:t>
            </a:r>
          </a:p>
          <a:p>
            <a:pPr algn="just"/>
            <a:r>
              <a:rPr lang="en-US" sz="1800" dirty="0">
                <a:latin typeface="Times New Roman" panose="02020603050405020304" pitchFamily="18" charset="0"/>
                <a:cs typeface="Times New Roman" panose="02020603050405020304" pitchFamily="18" charset="0"/>
              </a:rPr>
              <a:t>[6] M. Krause, M. Müller, and M. V. W. </a:t>
            </a:r>
            <a:r>
              <a:rPr lang="en-US" sz="1800" dirty="0" err="1">
                <a:latin typeface="Times New Roman" panose="02020603050405020304" pitchFamily="18" charset="0"/>
                <a:cs typeface="Times New Roman" panose="02020603050405020304" pitchFamily="18" charset="0"/>
              </a:rPr>
              <a:t>Gärtner</a:t>
            </a:r>
            <a:r>
              <a:rPr lang="en-US" sz="1800" dirty="0">
                <a:latin typeface="Times New Roman" panose="02020603050405020304" pitchFamily="18" charset="0"/>
                <a:cs typeface="Times New Roman" panose="02020603050405020304" pitchFamily="18" charset="0"/>
              </a:rPr>
              <a:t>, “Hierarchical classification for instrument activity detection in orchestral music recordings,” in Proc. IEEE Int. Conf. </a:t>
            </a:r>
            <a:r>
              <a:rPr lang="en-US" sz="1800" dirty="0" err="1">
                <a:latin typeface="Times New Roman" panose="02020603050405020304" pitchFamily="18" charset="0"/>
                <a:cs typeface="Times New Roman" panose="02020603050405020304" pitchFamily="18" charset="0"/>
              </a:rPr>
              <a:t>Acoust</a:t>
            </a:r>
            <a:r>
              <a:rPr lang="en-US" sz="1800" dirty="0">
                <a:latin typeface="Times New Roman" panose="02020603050405020304" pitchFamily="18" charset="0"/>
                <a:cs typeface="Times New Roman" panose="02020603050405020304" pitchFamily="18" charset="0"/>
              </a:rPr>
              <a:t>. Speech Signal Process., 2023, pp. 1–5.</a:t>
            </a:r>
          </a:p>
          <a:p>
            <a:pPr algn="just"/>
            <a:r>
              <a:rPr lang="en-US" sz="1800" dirty="0">
                <a:latin typeface="Times New Roman" panose="02020603050405020304" pitchFamily="18" charset="0"/>
                <a:cs typeface="Times New Roman" panose="02020603050405020304" pitchFamily="18" charset="0"/>
              </a:rPr>
              <a:t>[7] E. O. Brigham, </a:t>
            </a:r>
            <a:r>
              <a:rPr lang="en-US" sz="1800" i="1" dirty="0">
                <a:latin typeface="Times New Roman" panose="02020603050405020304" pitchFamily="18" charset="0"/>
                <a:cs typeface="Times New Roman" panose="02020603050405020304" pitchFamily="18" charset="0"/>
              </a:rPr>
              <a:t>The Fast Fourier Transform and Its Applications</a:t>
            </a:r>
            <a:r>
              <a:rPr lang="en-US" sz="1800" dirty="0">
                <a:latin typeface="Times New Roman" panose="02020603050405020304" pitchFamily="18" charset="0"/>
                <a:cs typeface="Times New Roman" panose="02020603050405020304" pitchFamily="18" charset="0"/>
              </a:rPr>
              <a:t>, Englewood Cliffs, NJ, USA: Prentice-Hall, 1988.</a:t>
            </a:r>
          </a:p>
          <a:p>
            <a:pPr algn="just"/>
            <a:r>
              <a:rPr lang="en-US" sz="1800" dirty="0">
                <a:latin typeface="Times New Roman" panose="02020603050405020304" pitchFamily="18" charset="0"/>
                <a:cs typeface="Times New Roman" panose="02020603050405020304" pitchFamily="18" charset="0"/>
              </a:rPr>
              <a:t>[8]</a:t>
            </a:r>
            <a:r>
              <a:rPr lang="en-IN" sz="1800" dirty="0">
                <a:latin typeface="Times New Roman" panose="02020603050405020304" pitchFamily="18" charset="0"/>
                <a:cs typeface="Times New Roman" panose="02020603050405020304" pitchFamily="18" charset="0"/>
              </a:rPr>
              <a:t> H. </a:t>
            </a:r>
            <a:r>
              <a:rPr lang="en-IN" sz="1800" dirty="0" err="1">
                <a:latin typeface="Times New Roman" panose="02020603050405020304" pitchFamily="18" charset="0"/>
                <a:cs typeface="Times New Roman" panose="02020603050405020304" pitchFamily="18" charset="0"/>
              </a:rPr>
              <a:t>Hassanieh</a:t>
            </a:r>
            <a:r>
              <a:rPr lang="en-IN" sz="1800" dirty="0">
                <a:latin typeface="Times New Roman" panose="02020603050405020304" pitchFamily="18" charset="0"/>
                <a:cs typeface="Times New Roman" panose="02020603050405020304" pitchFamily="18" charset="0"/>
              </a:rPr>
              <a:t>, P. Indyk, D. </a:t>
            </a:r>
            <a:r>
              <a:rPr lang="en-IN" sz="1800" dirty="0" err="1">
                <a:latin typeface="Times New Roman" panose="02020603050405020304" pitchFamily="18" charset="0"/>
                <a:cs typeface="Times New Roman" panose="02020603050405020304" pitchFamily="18" charset="0"/>
              </a:rPr>
              <a:t>Katabi</a:t>
            </a:r>
            <a:r>
              <a:rPr lang="en-IN" sz="1800" dirty="0">
                <a:latin typeface="Times New Roman" panose="02020603050405020304" pitchFamily="18" charset="0"/>
                <a:cs typeface="Times New Roman" panose="02020603050405020304" pitchFamily="18" charset="0"/>
              </a:rPr>
              <a:t>, and E. Price, “A Faster Fast Fourier Transform,” in </a:t>
            </a:r>
            <a:r>
              <a:rPr lang="en-IN" sz="1800" i="1" dirty="0">
                <a:latin typeface="Times New Roman" panose="02020603050405020304" pitchFamily="18" charset="0"/>
                <a:cs typeface="Times New Roman" panose="02020603050405020304" pitchFamily="18" charset="0"/>
              </a:rPr>
              <a:t>Proc. ACM SIGACT </a:t>
            </a:r>
            <a:r>
              <a:rPr lang="en-IN" sz="1800" i="1" dirty="0" err="1">
                <a:latin typeface="Times New Roman" panose="02020603050405020304" pitchFamily="18" charset="0"/>
                <a:cs typeface="Times New Roman" panose="02020603050405020304" pitchFamily="18" charset="0"/>
              </a:rPr>
              <a:t>Symp</a:t>
            </a:r>
            <a:r>
              <a:rPr lang="en-IN" sz="1800" i="1" dirty="0">
                <a:latin typeface="Times New Roman" panose="02020603050405020304" pitchFamily="18" charset="0"/>
                <a:cs typeface="Times New Roman" panose="02020603050405020304" pitchFamily="18" charset="0"/>
              </a:rPr>
              <a:t>. Theory </a:t>
            </a:r>
            <a:r>
              <a:rPr lang="en-IN" sz="1800" i="1" dirty="0" err="1">
                <a:latin typeface="Times New Roman" panose="02020603050405020304" pitchFamily="18" charset="0"/>
                <a:cs typeface="Times New Roman" panose="02020603050405020304" pitchFamily="18" charset="0"/>
              </a:rPr>
              <a:t>Comput</a:t>
            </a:r>
            <a:r>
              <a:rPr lang="en-IN" sz="1800" i="1" dirty="0">
                <a:latin typeface="Times New Roman" panose="02020603050405020304" pitchFamily="18" charset="0"/>
                <a:cs typeface="Times New Roman" panose="02020603050405020304" pitchFamily="18" charset="0"/>
              </a:rPr>
              <a:t>.</a:t>
            </a:r>
            <a:r>
              <a:rPr lang="en-IN" sz="1800" dirty="0">
                <a:latin typeface="Times New Roman" panose="02020603050405020304" pitchFamily="18" charset="0"/>
                <a:cs typeface="Times New Roman" panose="02020603050405020304" pitchFamily="18" charset="0"/>
              </a:rPr>
              <a:t>, 2012, pp. 563–578.</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464</TotalTime>
  <Words>1633</Words>
  <Application>Microsoft Office PowerPoint</Application>
  <PresentationFormat>Custom</PresentationFormat>
  <Paragraphs>188</Paragraphs>
  <Slides>17</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3" baseType="lpstr">
      <vt:lpstr>Arial</vt:lpstr>
      <vt:lpstr>Arial Unicode MS</vt:lpstr>
      <vt:lpstr>Calibri</vt:lpstr>
      <vt:lpstr>Times New Roman</vt:lpstr>
      <vt:lpstr>Office Theme</vt:lpstr>
      <vt:lpstr>Adobe Acrobat Document</vt:lpstr>
      <vt:lpstr>PowerPoint Presentation</vt:lpstr>
      <vt:lpstr>Content </vt:lpstr>
      <vt:lpstr>Introduction</vt:lpstr>
      <vt:lpstr>Problem Statement </vt:lpstr>
      <vt:lpstr>LiteratureSurvey</vt:lpstr>
      <vt:lpstr>PowerPoint Presentation</vt:lpstr>
      <vt:lpstr>PowerPoint Presentation</vt:lpstr>
      <vt:lpstr>LiteratureSurvey</vt:lpstr>
      <vt:lpstr>PowerPoint Presentation</vt:lpstr>
      <vt:lpstr>PowerPoint Presentation</vt:lpstr>
      <vt:lpstr>Filters:</vt:lpstr>
      <vt:lpstr>   Signal Specifications   </vt:lpstr>
      <vt:lpstr>Block Diagram </vt:lpstr>
      <vt:lpstr>Results</vt:lpstr>
      <vt:lpstr>Sample Results: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TIME PRE-PROCESSSING OF ECG SIGNAL FOR HART RATE MONITORING</dc:title>
  <dc:creator>LENOVO</dc:creator>
  <cp:lastModifiedBy>shraddha shahapurkar</cp:lastModifiedBy>
  <cp:revision>21</cp:revision>
  <dcterms:created xsi:type="dcterms:W3CDTF">2024-12-07T03:40:11Z</dcterms:created>
  <dcterms:modified xsi:type="dcterms:W3CDTF">2025-01-15T04:14:19Z</dcterms:modified>
</cp:coreProperties>
</file>